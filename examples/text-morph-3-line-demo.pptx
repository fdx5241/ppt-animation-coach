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FF327-2C9B-4607-92E9-E1B1B92F99C4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4D5D77-A130-45DB-8C83-014A5434BC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639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视频同款三段式文字平滑</a:t>
            </a:r>
          </a:p>
          <a:p>
            <a:endParaRPr lang="zh-CN" altLang="en-US"/>
          </a:p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页只显示第一个文本；第</a:t>
            </a:r>
            <a:r>
              <a:rPr lang="en-US" altLang="zh-CN"/>
              <a:t>2</a:t>
            </a:r>
            <a:r>
              <a:rPr lang="zh-CN" altLang="en-US"/>
              <a:t>页显示前两个文本；第</a:t>
            </a:r>
            <a:r>
              <a:rPr lang="en-US" altLang="zh-CN"/>
              <a:t>3</a:t>
            </a:r>
            <a:r>
              <a:rPr lang="zh-CN" altLang="en-US"/>
              <a:t>页显示全部文本，并同时旋转、移动和放大。未显示的文字框不能删除，而要把文字填充透明度设为</a:t>
            </a:r>
            <a:r>
              <a:rPr lang="en-US" altLang="zh-CN"/>
              <a:t>100%</a:t>
            </a:r>
            <a:r>
              <a:rPr lang="zh-CN" altLang="en-US"/>
              <a:t>，这样前后页面仍保留同一批对象。</a:t>
            </a:r>
          </a:p>
          <a:p>
            <a:endParaRPr lang="zh-CN" altLang="en-US"/>
          </a:p>
          <a:p>
            <a:r>
              <a:rPr lang="zh-CN" altLang="en-US"/>
              <a:t>整页复制幻灯片，第二页和第三页使用</a:t>
            </a:r>
            <a:r>
              <a:rPr lang="en-US" altLang="zh-CN"/>
              <a:t>2</a:t>
            </a:r>
            <a:r>
              <a:rPr lang="zh-CN" altLang="en-US"/>
              <a:t>秒平滑切换。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D5D77-A130-45DB-8C83-014A5434BC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3874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视频同款三段式文字平滑</a:t>
            </a:r>
          </a:p>
          <a:p>
            <a:endParaRPr lang="zh-CN" altLang="en-US"/>
          </a:p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页只显示第一个文本；第</a:t>
            </a:r>
            <a:r>
              <a:rPr lang="en-US" altLang="zh-CN"/>
              <a:t>2</a:t>
            </a:r>
            <a:r>
              <a:rPr lang="zh-CN" altLang="en-US"/>
              <a:t>页显示前两个文本；第</a:t>
            </a:r>
            <a:r>
              <a:rPr lang="en-US" altLang="zh-CN"/>
              <a:t>3</a:t>
            </a:r>
            <a:r>
              <a:rPr lang="zh-CN" altLang="en-US"/>
              <a:t>页显示全部文本，并同时旋转、移动和放大。未显示的文字框不能删除，而要把文字填充透明度设为</a:t>
            </a:r>
            <a:r>
              <a:rPr lang="en-US" altLang="zh-CN"/>
              <a:t>100%</a:t>
            </a:r>
            <a:r>
              <a:rPr lang="zh-CN" altLang="en-US"/>
              <a:t>，这样前后页面仍保留同一批对象。</a:t>
            </a:r>
          </a:p>
          <a:p>
            <a:endParaRPr lang="zh-CN" altLang="en-US"/>
          </a:p>
          <a:p>
            <a:r>
              <a:rPr lang="zh-CN" altLang="en-US"/>
              <a:t>整页复制幻灯片，第二页和第三页使用</a:t>
            </a:r>
            <a:r>
              <a:rPr lang="en-US" altLang="zh-CN"/>
              <a:t>2</a:t>
            </a:r>
            <a:r>
              <a:rPr lang="zh-CN" altLang="en-US"/>
              <a:t>秒平滑切换。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D5D77-A130-45DB-8C83-014A5434BCF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16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视频同款三段式文字平滑</a:t>
            </a:r>
          </a:p>
          <a:p>
            <a:endParaRPr lang="zh-CN" altLang="en-US"/>
          </a:p>
          <a:p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页只显示第一个文本；第</a:t>
            </a:r>
            <a:r>
              <a:rPr lang="en-US" altLang="zh-CN"/>
              <a:t>2</a:t>
            </a:r>
            <a:r>
              <a:rPr lang="zh-CN" altLang="en-US"/>
              <a:t>页显示前两个文本；第</a:t>
            </a:r>
            <a:r>
              <a:rPr lang="en-US" altLang="zh-CN"/>
              <a:t>3</a:t>
            </a:r>
            <a:r>
              <a:rPr lang="zh-CN" altLang="en-US"/>
              <a:t>页显示全部文本，并同时旋转、移动和放大。未显示的文字框不能删除，而要把文字填充透明度设为</a:t>
            </a:r>
            <a:r>
              <a:rPr lang="en-US" altLang="zh-CN"/>
              <a:t>100%</a:t>
            </a:r>
            <a:r>
              <a:rPr lang="zh-CN" altLang="en-US"/>
              <a:t>，这样前后页面仍保留同一批对象。</a:t>
            </a:r>
          </a:p>
          <a:p>
            <a:endParaRPr lang="zh-CN" altLang="en-US"/>
          </a:p>
          <a:p>
            <a:r>
              <a:rPr lang="zh-CN" altLang="en-US"/>
              <a:t>整页复制幻灯片，第二页和第三页使用</a:t>
            </a:r>
            <a:r>
              <a:rPr lang="en-US" altLang="zh-CN"/>
              <a:t>2</a:t>
            </a:r>
            <a:r>
              <a:rPr lang="zh-CN" altLang="en-US"/>
              <a:t>秒平滑切换。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4D5D77-A130-45DB-8C83-014A5434BCF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9605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ADEF5A-30F3-C3EB-8516-641DDE0402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513896D-8417-0EFB-DDE7-5B1F1F2F37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266C24-EC96-3566-07BB-DE87FDBBA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5DA75F-8B53-9E5A-847A-72C0C81A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4335AF-E85B-AED6-7148-F2FC8F476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2424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86489-9D9C-360D-9257-44DEFF3F2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02830-679B-1AD5-1097-5F8A30AA8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4F640-0854-BDA5-962B-A2118942E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4F9A81-BC32-4CB4-D52C-F4C041D39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A4299A-9996-1FA4-E803-0C62853B9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84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3EA1A6-3C52-BAA5-8AC4-407A1290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36CE0D5-8A19-717D-8418-64358EED1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278768-3B5D-32A0-37C4-0B654E3C6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883F04-059E-21AC-18BB-4F0B2EF6A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93418C9-038E-E183-1F1D-7C755D46F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378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9C99A-41AB-D7C9-F047-02FA3E52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8EBF3B-97D6-1E0F-BA1A-CAB2CCBE4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53AC4C-BCB2-570A-F82A-91285E40D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D17F4E-6C77-67AA-DBDF-92C4C44CA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EC09E0-5F34-C18A-9511-C2B604B6F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D93142-F826-6846-D3AA-AA6BFB92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8689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6DDA8-E54C-1F2A-7652-0CC2177EE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738301-3F36-CA8E-3B0D-0C1134E1D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D55870-235F-3D79-0ED7-7401C7CDF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C306895-DBF2-7DCA-EE05-BE270E5139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B683B6A-B3AB-CBB5-2340-186CCF59E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B5F7BF-CAA0-FEF7-5445-9EDE799D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DC1F0D-CAE8-9114-0D4F-ECEDDA73E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33B3D6-83AC-7DE5-9092-69F804A1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37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8FAF5-87E3-1DEF-656D-988080719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207D0A-5AC1-6541-507E-A73DF9A6C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6E01C-AE5D-80E4-06D9-0ECB09EE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D2BD7E-9A78-648C-8B43-0AB19A5A9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519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49FE164-82AA-9BD5-A098-EAC24F56F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D0D3BB8-13F6-B6D3-B17A-88B5B961E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E643B8-FF71-374F-6420-5F8D81BEB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95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9FC7D9-A609-8D60-F525-B05BAC5CD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A62C72-5F82-6F9A-F95F-DF6200548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CADC74F-0294-8092-9AC1-9AC889E86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F3C1EE-2030-619A-D19B-35B8EC7F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0DF0A-5636-46A7-4862-5265FDEF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EC7C62-51B3-E216-5A8B-F90AA0DA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199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591521-143B-9BBA-083F-C43A2C36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98F7FFE-CD18-1168-38D5-84119915D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C4AB76-AF0F-1E80-960B-2C89C42383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6D653F-62D2-7B2A-1107-6CCD7675B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E9FC63-BEFC-7399-F813-1A38740E8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D52C14-B96D-63EC-06DC-AE225F36D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76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EC4789-22D5-347B-739F-663DEEE2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C3A004-4753-6B71-0831-19F831277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C3DDF-6580-0457-2832-5199DF95E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E8CDBA-CD59-5B6D-0E53-EAA7593AB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030B1B-BFD9-18E3-DC9C-3958E4DA4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1726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D6FC5F-DEAC-E457-37E4-3F94AA623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10CE3B-353E-5732-AB6A-04BBFCEE6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2BB743-DDB2-ACF1-A0EC-17AF8E6E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B0EFC-8ECA-616A-2171-333DC942B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5591C-787B-98F3-DD1F-8E4645581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877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0C934E6-0829-026C-DED7-DA478CB96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C00364-754C-DEA9-8DC2-0071835472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3EF23E-79A5-5074-501C-F0F6562CC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1E7B47-131D-415E-A4E1-FD185C0B3C67}" type="datetimeFigureOut">
              <a:rPr lang="zh-CN" altLang="en-US" smtClean="0"/>
              <a:t>2026-09-14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EEBB22-DAD7-D1B8-52F6-F11B112902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F3C035-9758-CC15-36EA-6F83EC7FB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7D42E-8335-4ACF-9CBE-7D9EAD76A73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823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rph-text-0">
            <a:extLst>
              <a:ext uri="{FF2B5EF4-FFF2-40B4-BE49-F238E27FC236}">
                <a16:creationId xmlns:a16="http://schemas.microsoft.com/office/drawing/2014/main" id="{384715EC-9E2B-0AF9-3411-398CE1CFC325}"/>
              </a:ext>
            </a:extLst>
          </p:cNvPr>
          <p:cNvSpPr txBox="1"/>
          <p:nvPr/>
        </p:nvSpPr>
        <p:spPr>
          <a:xfrm>
            <a:off x="4508500" y="2032000"/>
            <a:ext cx="3175000" cy="120032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7200" b="1">
                <a:solidFill>
                  <a:srgbClr val="000000"/>
                </a:solidFill>
                <a:latin typeface="Microsoft YaHei" panose="020B0503020204020204" pitchFamily="34" charset="-122"/>
              </a:rPr>
              <a:t>OMG</a:t>
            </a:r>
            <a:endParaRPr lang="zh-CN" altLang="en-US" sz="7200" b="1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morph-text-1">
            <a:extLst>
              <a:ext uri="{FF2B5EF4-FFF2-40B4-BE49-F238E27FC236}">
                <a16:creationId xmlns:a16="http://schemas.microsoft.com/office/drawing/2014/main" id="{04C364AC-23FF-B6F7-A02E-3256300485A5}"/>
              </a:ext>
            </a:extLst>
          </p:cNvPr>
          <p:cNvSpPr txBox="1"/>
          <p:nvPr/>
        </p:nvSpPr>
        <p:spPr>
          <a:xfrm>
            <a:off x="3810000" y="2984500"/>
            <a:ext cx="4572000" cy="11079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6600" b="1">
                <a:solidFill>
                  <a:srgbClr val="000000">
                    <a:alpha val="0"/>
                  </a:srgbClr>
                </a:solidFill>
                <a:latin typeface="Microsoft YaHei" panose="020B0503020204020204" pitchFamily="34" charset="-122"/>
              </a:rPr>
              <a:t>这么厉害</a:t>
            </a:r>
          </a:p>
        </p:txBody>
      </p:sp>
      <p:sp>
        <p:nvSpPr>
          <p:cNvPr id="4" name="morph-text-2">
            <a:extLst>
              <a:ext uri="{FF2B5EF4-FFF2-40B4-BE49-F238E27FC236}">
                <a16:creationId xmlns:a16="http://schemas.microsoft.com/office/drawing/2014/main" id="{9CBAD272-F15C-DF3B-2347-0A85EBD06357}"/>
              </a:ext>
            </a:extLst>
          </p:cNvPr>
          <p:cNvSpPr txBox="1"/>
          <p:nvPr/>
        </p:nvSpPr>
        <p:spPr>
          <a:xfrm>
            <a:off x="4635500" y="4191000"/>
            <a:ext cx="2921000" cy="11079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6600" b="1">
                <a:solidFill>
                  <a:srgbClr val="000000">
                    <a:alpha val="0"/>
                  </a:srgbClr>
                </a:solidFill>
                <a:latin typeface="Microsoft YaHei" panose="020B0503020204020204" pitchFamily="34" charset="-122"/>
              </a:rPr>
              <a:t>这么</a:t>
            </a:r>
          </a:p>
        </p:txBody>
      </p:sp>
      <p:sp>
        <p:nvSpPr>
          <p:cNvPr id="5" name="morph-text-3">
            <a:extLst>
              <a:ext uri="{FF2B5EF4-FFF2-40B4-BE49-F238E27FC236}">
                <a16:creationId xmlns:a16="http://schemas.microsoft.com/office/drawing/2014/main" id="{A5609689-3A99-22DA-F291-BBF1009FA43C}"/>
              </a:ext>
            </a:extLst>
          </p:cNvPr>
          <p:cNvSpPr txBox="1"/>
          <p:nvPr/>
        </p:nvSpPr>
        <p:spPr>
          <a:xfrm>
            <a:off x="4635500" y="5143500"/>
            <a:ext cx="2921000" cy="11079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6600" b="1">
                <a:solidFill>
                  <a:srgbClr val="000000">
                    <a:alpha val="0"/>
                  </a:srgbClr>
                </a:solidFill>
                <a:latin typeface="Microsoft YaHei" panose="020B0503020204020204" pitchFamily="34" charset="-122"/>
              </a:rPr>
              <a:t>简单</a:t>
            </a:r>
          </a:p>
        </p:txBody>
      </p:sp>
    </p:spTree>
    <p:extLst>
      <p:ext uri="{BB962C8B-B14F-4D97-AF65-F5344CB8AC3E}">
        <p14:creationId xmlns:p14="http://schemas.microsoft.com/office/powerpoint/2010/main" val="3141901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"/>
    </mc:Choice>
    <mc:Fallback>
      <p:transition spd="slow" advTm="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rph-text-0">
            <a:extLst>
              <a:ext uri="{FF2B5EF4-FFF2-40B4-BE49-F238E27FC236}">
                <a16:creationId xmlns:a16="http://schemas.microsoft.com/office/drawing/2014/main" id="{384715EC-9E2B-0AF9-3411-398CE1CFC325}"/>
              </a:ext>
            </a:extLst>
          </p:cNvPr>
          <p:cNvSpPr txBox="1"/>
          <p:nvPr/>
        </p:nvSpPr>
        <p:spPr>
          <a:xfrm>
            <a:off x="4508500" y="2032000"/>
            <a:ext cx="3175000" cy="1200329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7200" b="1">
                <a:solidFill>
                  <a:srgbClr val="000000"/>
                </a:solidFill>
                <a:latin typeface="Microsoft YaHei" panose="020B0503020204020204" pitchFamily="34" charset="-122"/>
              </a:rPr>
              <a:t>OMG</a:t>
            </a:r>
            <a:endParaRPr lang="zh-CN" altLang="en-US" sz="7200" b="1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morph-text-1">
            <a:extLst>
              <a:ext uri="{FF2B5EF4-FFF2-40B4-BE49-F238E27FC236}">
                <a16:creationId xmlns:a16="http://schemas.microsoft.com/office/drawing/2014/main" id="{04C364AC-23FF-B6F7-A02E-3256300485A5}"/>
              </a:ext>
            </a:extLst>
          </p:cNvPr>
          <p:cNvSpPr txBox="1"/>
          <p:nvPr/>
        </p:nvSpPr>
        <p:spPr>
          <a:xfrm>
            <a:off x="3810000" y="2984500"/>
            <a:ext cx="4572000" cy="11079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6600" b="1">
                <a:solidFill>
                  <a:srgbClr val="000000"/>
                </a:solidFill>
                <a:latin typeface="Microsoft YaHei" panose="020B0503020204020204" pitchFamily="34" charset="-122"/>
              </a:rPr>
              <a:t>这么厉害</a:t>
            </a:r>
          </a:p>
        </p:txBody>
      </p:sp>
      <p:sp>
        <p:nvSpPr>
          <p:cNvPr id="4" name="morph-text-2">
            <a:extLst>
              <a:ext uri="{FF2B5EF4-FFF2-40B4-BE49-F238E27FC236}">
                <a16:creationId xmlns:a16="http://schemas.microsoft.com/office/drawing/2014/main" id="{9CBAD272-F15C-DF3B-2347-0A85EBD06357}"/>
              </a:ext>
            </a:extLst>
          </p:cNvPr>
          <p:cNvSpPr txBox="1"/>
          <p:nvPr/>
        </p:nvSpPr>
        <p:spPr>
          <a:xfrm>
            <a:off x="4635500" y="4191000"/>
            <a:ext cx="2921000" cy="11079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6600" b="1">
                <a:solidFill>
                  <a:srgbClr val="000000">
                    <a:alpha val="0"/>
                  </a:srgbClr>
                </a:solidFill>
                <a:latin typeface="Microsoft YaHei" panose="020B0503020204020204" pitchFamily="34" charset="-122"/>
              </a:rPr>
              <a:t>这么</a:t>
            </a:r>
          </a:p>
        </p:txBody>
      </p:sp>
      <p:sp>
        <p:nvSpPr>
          <p:cNvPr id="5" name="morph-text-3">
            <a:extLst>
              <a:ext uri="{FF2B5EF4-FFF2-40B4-BE49-F238E27FC236}">
                <a16:creationId xmlns:a16="http://schemas.microsoft.com/office/drawing/2014/main" id="{A5609689-3A99-22DA-F291-BBF1009FA43C}"/>
              </a:ext>
            </a:extLst>
          </p:cNvPr>
          <p:cNvSpPr txBox="1"/>
          <p:nvPr/>
        </p:nvSpPr>
        <p:spPr>
          <a:xfrm>
            <a:off x="4635500" y="5143500"/>
            <a:ext cx="2921000" cy="1107996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6600" b="1">
                <a:solidFill>
                  <a:srgbClr val="000000">
                    <a:alpha val="0"/>
                  </a:srgbClr>
                </a:solidFill>
                <a:latin typeface="Microsoft YaHei" panose="020B0503020204020204" pitchFamily="34" charset="-122"/>
              </a:rPr>
              <a:t>简单</a:t>
            </a:r>
          </a:p>
        </p:txBody>
      </p:sp>
    </p:spTree>
    <p:extLst>
      <p:ext uri="{BB962C8B-B14F-4D97-AF65-F5344CB8AC3E}">
        <p14:creationId xmlns:p14="http://schemas.microsoft.com/office/powerpoint/2010/main" val="13394356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rph-text-0">
            <a:extLst>
              <a:ext uri="{FF2B5EF4-FFF2-40B4-BE49-F238E27FC236}">
                <a16:creationId xmlns:a16="http://schemas.microsoft.com/office/drawing/2014/main" id="{384715EC-9E2B-0AF9-3411-398CE1CFC325}"/>
              </a:ext>
            </a:extLst>
          </p:cNvPr>
          <p:cNvSpPr txBox="1"/>
          <p:nvPr/>
        </p:nvSpPr>
        <p:spPr>
          <a:xfrm rot="16200000">
            <a:off x="762000" y="2603500"/>
            <a:ext cx="4191000" cy="1397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en-US" altLang="zh-CN" sz="9600" b="1">
                <a:solidFill>
                  <a:srgbClr val="000000"/>
                </a:solidFill>
                <a:latin typeface="Microsoft YaHei" panose="020B0503020204020204" pitchFamily="34" charset="-122"/>
              </a:rPr>
              <a:t>OMG</a:t>
            </a:r>
            <a:endParaRPr lang="zh-CN" altLang="en-US" sz="9600" b="1">
              <a:solidFill>
                <a:srgbClr val="000000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3" name="morph-text-1">
            <a:extLst>
              <a:ext uri="{FF2B5EF4-FFF2-40B4-BE49-F238E27FC236}">
                <a16:creationId xmlns:a16="http://schemas.microsoft.com/office/drawing/2014/main" id="{04C364AC-23FF-B6F7-A02E-3256300485A5}"/>
              </a:ext>
            </a:extLst>
          </p:cNvPr>
          <p:cNvSpPr txBox="1"/>
          <p:nvPr/>
        </p:nvSpPr>
        <p:spPr>
          <a:xfrm rot="16200000">
            <a:off x="1333500" y="2921000"/>
            <a:ext cx="5588000" cy="1524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8600" b="1">
                <a:solidFill>
                  <a:srgbClr val="000000"/>
                </a:solidFill>
                <a:latin typeface="Microsoft YaHei" panose="020B0503020204020204" pitchFamily="34" charset="-122"/>
              </a:rPr>
              <a:t>这么厉害</a:t>
            </a:r>
          </a:p>
        </p:txBody>
      </p:sp>
      <p:sp>
        <p:nvSpPr>
          <p:cNvPr id="4" name="morph-text-2">
            <a:extLst>
              <a:ext uri="{FF2B5EF4-FFF2-40B4-BE49-F238E27FC236}">
                <a16:creationId xmlns:a16="http://schemas.microsoft.com/office/drawing/2014/main" id="{9CBAD272-F15C-DF3B-2347-0A85EBD06357}"/>
              </a:ext>
            </a:extLst>
          </p:cNvPr>
          <p:cNvSpPr txBox="1"/>
          <p:nvPr/>
        </p:nvSpPr>
        <p:spPr>
          <a:xfrm>
            <a:off x="3492500" y="609600"/>
            <a:ext cx="6350000" cy="2667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7000" b="1">
                <a:solidFill>
                  <a:srgbClr val="000000"/>
                </a:solidFill>
                <a:latin typeface="Microsoft YaHei" panose="020B0503020204020204" pitchFamily="34" charset="-122"/>
              </a:rPr>
              <a:t>这么</a:t>
            </a:r>
          </a:p>
        </p:txBody>
      </p:sp>
      <p:sp>
        <p:nvSpPr>
          <p:cNvPr id="5" name="morph-text-3">
            <a:extLst>
              <a:ext uri="{FF2B5EF4-FFF2-40B4-BE49-F238E27FC236}">
                <a16:creationId xmlns:a16="http://schemas.microsoft.com/office/drawing/2014/main" id="{A5609689-3A99-22DA-F291-BBF1009FA43C}"/>
              </a:ext>
            </a:extLst>
          </p:cNvPr>
          <p:cNvSpPr txBox="1"/>
          <p:nvPr/>
        </p:nvSpPr>
        <p:spPr>
          <a:xfrm>
            <a:off x="3810000" y="3429000"/>
            <a:ext cx="6350000" cy="2667000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noAutofit/>
          </a:bodyPr>
          <a:lstStyle/>
          <a:p>
            <a:pPr algn="ctr"/>
            <a:r>
              <a:rPr lang="zh-CN" altLang="en-US" sz="17000" b="1">
                <a:solidFill>
                  <a:srgbClr val="000000"/>
                </a:solidFill>
                <a:latin typeface="Microsoft YaHei" panose="020B0503020204020204" pitchFamily="34" charset="-122"/>
              </a:rPr>
              <a:t>简单</a:t>
            </a:r>
          </a:p>
        </p:txBody>
      </p:sp>
    </p:spTree>
    <p:extLst>
      <p:ext uri="{BB962C8B-B14F-4D97-AF65-F5344CB8AC3E}">
        <p14:creationId xmlns:p14="http://schemas.microsoft.com/office/powerpoint/2010/main" val="18955957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 advTm="2000">
        <p159:morph option="byObject"/>
      </p:transition>
    </mc:Choice>
    <mc:Fallback>
      <p:transition spd="slow" advTm="2000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Office PowerPoint</Application>
  <PresentationFormat>自定义</PresentationFormat>
  <Paragraphs>30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Microsoft YaHei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dx f</dc:creator>
  <cp:lastModifiedBy>dx f</cp:lastModifiedBy>
  <cp:revision>1</cp:revision>
  <dcterms:created xsi:type="dcterms:W3CDTF">2026-09-14T05:21:14Z</dcterms:created>
  <dcterms:modified xsi:type="dcterms:W3CDTF">2026-09-14T05:21:15Z</dcterms:modified>
</cp:coreProperties>
</file>