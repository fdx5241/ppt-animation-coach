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32"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6D5549-068D-4C43-AF3C-62E9C6F9CE30}" type="datetimeFigureOut">
              <a:rPr lang="zh-CN" altLang="en-US" smtClean="0"/>
              <a:t>2026-09-14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A97C6A-3DB4-44E8-B8B4-9729E23B30AD}" type="slidenum">
              <a:rPr lang="zh-CN" altLang="en-US" smtClean="0"/>
              <a:t>‹#›</a:t>
            </a:fld>
            <a:endParaRPr lang="zh-CN" altLang="en-US"/>
          </a:p>
        </p:txBody>
      </p:sp>
    </p:spTree>
    <p:extLst>
      <p:ext uri="{BB962C8B-B14F-4D97-AF65-F5344CB8AC3E}">
        <p14:creationId xmlns:p14="http://schemas.microsoft.com/office/powerpoint/2010/main" val="1529148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Parallax state A. Li Bai raises a cup under the moon. Nine sharp cups form the back layer, six softly focused cups form the middle layer, and three strongly defocused cups form the foreground. Historical reference: https://commons.wikimedia.org/wiki/File:LiBai.jpg (public domain). Character and cup cutouts were generated from the reference for this demonstration.</a:t>
            </a:r>
            <a:endParaRPr lang="zh-CN" altLang="en-US"/>
          </a:p>
        </p:txBody>
      </p:sp>
      <p:sp>
        <p:nvSpPr>
          <p:cNvPr id="4" name="灯片编号占位符 3"/>
          <p:cNvSpPr>
            <a:spLocks noGrp="1"/>
          </p:cNvSpPr>
          <p:nvPr>
            <p:ph type="sldNum" sz="quarter" idx="5"/>
          </p:nvPr>
        </p:nvSpPr>
        <p:spPr/>
        <p:txBody>
          <a:bodyPr/>
          <a:lstStyle/>
          <a:p>
            <a:fld id="{2DA97C6A-3DB4-44E8-B8B4-9729E23B30AD}" type="slidenum">
              <a:rPr lang="zh-CN" altLang="en-US" smtClean="0"/>
              <a:t>1</a:t>
            </a:fld>
            <a:endParaRPr lang="zh-CN" altLang="en-US"/>
          </a:p>
        </p:txBody>
      </p:sp>
    </p:spTree>
    <p:extLst>
      <p:ext uri="{BB962C8B-B14F-4D97-AF65-F5344CB8AC3E}">
        <p14:creationId xmlns:p14="http://schemas.microsoft.com/office/powerpoint/2010/main" val="790158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Parallax state B. This slide is a full duplicate of state A. The first pose exits left while the reciting pose enters from the right. Back cups move least, middle cups move farther, and defocused foreground cups move farthest. Morph is applied to this slide.</a:t>
            </a:r>
            <a:endParaRPr lang="zh-CN" altLang="en-US"/>
          </a:p>
        </p:txBody>
      </p:sp>
      <p:sp>
        <p:nvSpPr>
          <p:cNvPr id="4" name="灯片编号占位符 3"/>
          <p:cNvSpPr>
            <a:spLocks noGrp="1"/>
          </p:cNvSpPr>
          <p:nvPr>
            <p:ph type="sldNum" sz="quarter" idx="5"/>
          </p:nvPr>
        </p:nvSpPr>
        <p:spPr/>
        <p:txBody>
          <a:bodyPr/>
          <a:lstStyle/>
          <a:p>
            <a:fld id="{2DA97C6A-3DB4-44E8-B8B4-9729E23B30AD}" type="slidenum">
              <a:rPr lang="zh-CN" altLang="en-US" smtClean="0"/>
              <a:t>2</a:t>
            </a:fld>
            <a:endParaRPr lang="zh-CN" altLang="en-US"/>
          </a:p>
        </p:txBody>
      </p:sp>
    </p:spTree>
    <p:extLst>
      <p:ext uri="{BB962C8B-B14F-4D97-AF65-F5344CB8AC3E}">
        <p14:creationId xmlns:p14="http://schemas.microsoft.com/office/powerpoint/2010/main" val="79015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7812E7-D375-721D-1BE7-DF100F65B39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91E52C0-F130-4776-9EF3-EAD7A221AD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839EAC1-4359-16C6-4B07-A900E427EE3D}"/>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BDA5D2A3-8234-E39A-6D86-D3E1BA45B8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6087B02-D7C1-A1A1-F540-EFDAE8E3136A}"/>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660984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42F62-24D7-5381-7197-930518839B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E82B0DD-7E9D-13C2-4DCC-683510B7AAB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F4544A5-3BC6-E5E8-C780-9D97F1EDB100}"/>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E6FD4FF8-2D09-F594-4FB4-0887DDD064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343372-8C39-0C9C-EC4F-AA850C49C569}"/>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2455718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5AC5F-481F-900D-E490-88A3BF1414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D5319F-F6DC-9EF6-8A3A-6FDC44DC6D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8CFFB67-371C-8FAD-A659-2CA9403F2917}"/>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042014A3-D231-6CE1-E3B6-3A763434A8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A36E92-E210-3B46-3AE5-5A80C93A22B7}"/>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27866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CF3AA-5180-D102-451B-18331E7FCF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43237C-471B-1BC8-3A23-9E6262F16CC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4BFEDD-5AB1-FE23-1872-E314FB6AD92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7A2E463-3F2E-A0A0-427C-90B839CFE746}"/>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6" name="页脚占位符 5">
            <a:extLst>
              <a:ext uri="{FF2B5EF4-FFF2-40B4-BE49-F238E27FC236}">
                <a16:creationId xmlns:a16="http://schemas.microsoft.com/office/drawing/2014/main" id="{C6D03172-71A0-C7C9-2DAD-E2070DB3C9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6384E85-C960-2778-0ADF-94E8902D7B12}"/>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82358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BA881C-D11A-DD93-88C1-9F4349AE42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6240F54-599C-FCA6-AF52-188D03DB8E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D63FE77-7AE7-55C3-05EB-A5CB414C271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ED2301D-DDB9-34FD-99C7-C84F29E457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B8575BC-BA32-E5B3-7898-86FCEABD424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558C757-8896-D1FB-DD90-6E24F318CC2E}"/>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8" name="页脚占位符 7">
            <a:extLst>
              <a:ext uri="{FF2B5EF4-FFF2-40B4-BE49-F238E27FC236}">
                <a16:creationId xmlns:a16="http://schemas.microsoft.com/office/drawing/2014/main" id="{54675D60-DE98-3C25-08AC-A279F921B11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56E4B7A-732D-C956-8DC3-94B0F269E979}"/>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17041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C0C187-70F9-A7C7-503B-83A13E9D065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04A224B-A540-3274-B975-1994EF1C005C}"/>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4" name="页脚占位符 3">
            <a:extLst>
              <a:ext uri="{FF2B5EF4-FFF2-40B4-BE49-F238E27FC236}">
                <a16:creationId xmlns:a16="http://schemas.microsoft.com/office/drawing/2014/main" id="{B13C41FB-5AEE-19D7-0203-8A3A9FE25F7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0D3233-390B-60E2-6680-C6CA97A09BE1}"/>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3904501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850617-FAD6-51D1-7288-7CC5B69B3EC6}"/>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3" name="页脚占位符 2">
            <a:extLst>
              <a:ext uri="{FF2B5EF4-FFF2-40B4-BE49-F238E27FC236}">
                <a16:creationId xmlns:a16="http://schemas.microsoft.com/office/drawing/2014/main" id="{F1030F51-783B-1858-2E58-55B518C0248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500F23B-EAF1-34CC-5F29-E481AD7B0D1E}"/>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45307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25A0FB-0AF7-679D-7325-7B44D666F69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330783-3B38-B312-97E7-7838D9FF09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5C2AEA-E5E0-454B-3FFB-AA3E28A21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F8B0F3-43A9-F924-4573-36EFD4FC03C8}"/>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6" name="页脚占位符 5">
            <a:extLst>
              <a:ext uri="{FF2B5EF4-FFF2-40B4-BE49-F238E27FC236}">
                <a16:creationId xmlns:a16="http://schemas.microsoft.com/office/drawing/2014/main" id="{36B25118-FA54-2980-1551-7C628D091E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808DB1F-990E-9490-6333-A84901710F86}"/>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365110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429E6A-3091-A208-A627-6A8AA360D97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99626B8-0FD2-ED15-DAAB-C1946B870B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E36FE76-8746-9F03-6787-C4E683596A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5EE287-6584-EEC3-2EB5-E9E22E034212}"/>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6" name="页脚占位符 5">
            <a:extLst>
              <a:ext uri="{FF2B5EF4-FFF2-40B4-BE49-F238E27FC236}">
                <a16:creationId xmlns:a16="http://schemas.microsoft.com/office/drawing/2014/main" id="{61C58B3A-ED00-4223-0EEF-1AF9A6A4C6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EFE2999-B5E3-1F9B-224A-2895018834CD}"/>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4133492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A14EF-F9EE-9EB8-1398-704CE7D732E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F1B2698-6ACA-4FBC-C655-CD8FB7F27BA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6470870-1FED-F256-8275-A8F7E4987BD3}"/>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AE6EEE69-1692-9748-42B6-44FBC2E870F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A4CB8F-B80F-C5EB-3011-3A99B32BF1E0}"/>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4194286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A54912C-5B9B-5B9D-F03D-6291DA83B4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BEE4532-B704-7C09-F999-E82B1FC2AB3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7BCA55-9F99-CE02-E8BD-83E413B8DE78}"/>
              </a:ext>
            </a:extLst>
          </p:cNvPr>
          <p:cNvSpPr>
            <a:spLocks noGrp="1"/>
          </p:cNvSpPr>
          <p:nvPr>
            <p:ph type="dt" sz="half" idx="10"/>
          </p:nvPr>
        </p:nvSpPr>
        <p:spPr/>
        <p:txBody>
          <a:body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A44FE5BC-34FF-DE95-BBC0-6B5B2D2B3D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3D5750-8801-9A97-E66D-55405EF1F91F}"/>
              </a:ext>
            </a:extLst>
          </p:cNvPr>
          <p:cNvSpPr>
            <a:spLocks noGrp="1"/>
          </p:cNvSpPr>
          <p:nvPr>
            <p:ph type="sldNum" sz="quarter" idx="12"/>
          </p:nvPr>
        </p:nvSpPr>
        <p:spPr/>
        <p:txBody>
          <a:body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350064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1B01520-5417-09DA-8662-AC46F00AF3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D668194-10E9-E9CB-2BE3-F8A1B65557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8A66D3-9727-A1A7-C573-1108D2BC9C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4C4A62-E38A-417A-9A54-4F79A59A4B44}" type="datetimeFigureOut">
              <a:rPr lang="zh-CN" altLang="en-US" smtClean="0"/>
              <a:t>2026-09-14</a:t>
            </a:fld>
            <a:endParaRPr lang="zh-CN" altLang="en-US"/>
          </a:p>
        </p:txBody>
      </p:sp>
      <p:sp>
        <p:nvSpPr>
          <p:cNvPr id="5" name="页脚占位符 4">
            <a:extLst>
              <a:ext uri="{FF2B5EF4-FFF2-40B4-BE49-F238E27FC236}">
                <a16:creationId xmlns:a16="http://schemas.microsoft.com/office/drawing/2014/main" id="{37781D87-9C72-1F7D-CAF9-F2A3AED85B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F7B91331-3588-FA36-E46D-9C725B3B01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8E9742-0FCA-4D71-A788-C3A5992B3CD6}" type="slidenum">
              <a:rPr lang="zh-CN" altLang="en-US" smtClean="0"/>
              <a:t>‹#›</a:t>
            </a:fld>
            <a:endParaRPr lang="zh-CN" altLang="en-US"/>
          </a:p>
        </p:txBody>
      </p:sp>
    </p:spTree>
    <p:extLst>
      <p:ext uri="{BB962C8B-B14F-4D97-AF65-F5344CB8AC3E}">
        <p14:creationId xmlns:p14="http://schemas.microsoft.com/office/powerpoint/2010/main" val="1326594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62B8822C-6C0D-376B-FE00-D4DFF6F73A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up-back-01">
            <a:extLst>
              <a:ext uri="{FF2B5EF4-FFF2-40B4-BE49-F238E27FC236}">
                <a16:creationId xmlns:a16="http://schemas.microsoft.com/office/drawing/2014/main" id="{505B4E95-85D4-AEEB-4700-C8FE76B4349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1440000">
            <a:off x="457200" y="711200"/>
            <a:ext cx="381000" cy="317500"/>
          </a:xfrm>
          <a:prstGeom prst="rect">
            <a:avLst/>
          </a:prstGeom>
        </p:spPr>
      </p:pic>
      <p:pic>
        <p:nvPicPr>
          <p:cNvPr id="7" name="cup-back-02">
            <a:extLst>
              <a:ext uri="{FF2B5EF4-FFF2-40B4-BE49-F238E27FC236}">
                <a16:creationId xmlns:a16="http://schemas.microsoft.com/office/drawing/2014/main" id="{3463D5AE-55C6-65D4-5711-F45A7905165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300000">
            <a:off x="1879600" y="1117600"/>
            <a:ext cx="469900" cy="393700"/>
          </a:xfrm>
          <a:prstGeom prst="rect">
            <a:avLst/>
          </a:prstGeom>
        </p:spPr>
      </p:pic>
      <p:pic>
        <p:nvPicPr>
          <p:cNvPr id="9" name="cup-back-03">
            <a:extLst>
              <a:ext uri="{FF2B5EF4-FFF2-40B4-BE49-F238E27FC236}">
                <a16:creationId xmlns:a16="http://schemas.microsoft.com/office/drawing/2014/main" id="{22836AA3-3803-AC19-F4FC-6CB69E4FA8A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840000">
            <a:off x="3581400" y="457200"/>
            <a:ext cx="368300" cy="317500"/>
          </a:xfrm>
          <a:prstGeom prst="rect">
            <a:avLst/>
          </a:prstGeom>
        </p:spPr>
      </p:pic>
      <p:pic>
        <p:nvPicPr>
          <p:cNvPr id="11" name="cup-back-04">
            <a:extLst>
              <a:ext uri="{FF2B5EF4-FFF2-40B4-BE49-F238E27FC236}">
                <a16:creationId xmlns:a16="http://schemas.microsoft.com/office/drawing/2014/main" id="{7F01C41E-668F-D613-EBC4-2D061D79502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1980000">
            <a:off x="5588000" y="939800"/>
            <a:ext cx="431800" cy="368300"/>
          </a:xfrm>
          <a:prstGeom prst="rect">
            <a:avLst/>
          </a:prstGeom>
        </p:spPr>
      </p:pic>
      <p:pic>
        <p:nvPicPr>
          <p:cNvPr id="13" name="cup-back-05">
            <a:extLst>
              <a:ext uri="{FF2B5EF4-FFF2-40B4-BE49-F238E27FC236}">
                <a16:creationId xmlns:a16="http://schemas.microsoft.com/office/drawing/2014/main" id="{F3618C3D-82A8-07CD-E36B-AF7DEA512E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3120000">
            <a:off x="7747000" y="533400"/>
            <a:ext cx="381000" cy="317500"/>
          </a:xfrm>
          <a:prstGeom prst="rect">
            <a:avLst/>
          </a:prstGeom>
        </p:spPr>
      </p:pic>
      <p:pic>
        <p:nvPicPr>
          <p:cNvPr id="15" name="cup-back-06">
            <a:extLst>
              <a:ext uri="{FF2B5EF4-FFF2-40B4-BE49-F238E27FC236}">
                <a16:creationId xmlns:a16="http://schemas.microsoft.com/office/drawing/2014/main" id="{2FB8C32F-1DF8-E29E-0CF8-38566C00C30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4260000">
            <a:off x="10223500" y="863600"/>
            <a:ext cx="482600" cy="406400"/>
          </a:xfrm>
          <a:prstGeom prst="rect">
            <a:avLst/>
          </a:prstGeom>
        </p:spPr>
      </p:pic>
      <p:pic>
        <p:nvPicPr>
          <p:cNvPr id="17" name="cup-back-07">
            <a:extLst>
              <a:ext uri="{FF2B5EF4-FFF2-40B4-BE49-F238E27FC236}">
                <a16:creationId xmlns:a16="http://schemas.microsoft.com/office/drawing/2014/main" id="{78AD04F9-D910-88F7-E089-5C753C24C90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914400" y="4089400"/>
            <a:ext cx="342900" cy="292100"/>
          </a:xfrm>
          <a:prstGeom prst="rect">
            <a:avLst/>
          </a:prstGeom>
        </p:spPr>
      </p:pic>
      <p:pic>
        <p:nvPicPr>
          <p:cNvPr id="19" name="cup-back-08">
            <a:extLst>
              <a:ext uri="{FF2B5EF4-FFF2-40B4-BE49-F238E27FC236}">
                <a16:creationId xmlns:a16="http://schemas.microsoft.com/office/drawing/2014/main" id="{D0C5F18E-963B-AA28-D687-FB2164D908C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6540000">
            <a:off x="7188200" y="3733800"/>
            <a:ext cx="431800" cy="368300"/>
          </a:xfrm>
          <a:prstGeom prst="rect">
            <a:avLst/>
          </a:prstGeom>
        </p:spPr>
      </p:pic>
      <p:pic>
        <p:nvPicPr>
          <p:cNvPr id="21" name="cup-back-09">
            <a:extLst>
              <a:ext uri="{FF2B5EF4-FFF2-40B4-BE49-F238E27FC236}">
                <a16:creationId xmlns:a16="http://schemas.microsoft.com/office/drawing/2014/main" id="{D72620C7-EC6B-BC85-A3C3-9E41AD2C1C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7680000">
            <a:off x="11150600" y="3810000"/>
            <a:ext cx="355600" cy="304800"/>
          </a:xfrm>
          <a:prstGeom prst="rect">
            <a:avLst/>
          </a:prstGeom>
        </p:spPr>
      </p:pic>
      <p:pic>
        <p:nvPicPr>
          <p:cNvPr id="23" name="libai-pose-a">
            <a:extLst>
              <a:ext uri="{FF2B5EF4-FFF2-40B4-BE49-F238E27FC236}">
                <a16:creationId xmlns:a16="http://schemas.microsoft.com/office/drawing/2014/main" id="{A961BAE1-5618-26DC-0AF1-A64BC4B6F62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498600" y="317500"/>
            <a:ext cx="3771900" cy="6223000"/>
          </a:xfrm>
          <a:prstGeom prst="rect">
            <a:avLst/>
          </a:prstGeom>
        </p:spPr>
      </p:pic>
      <p:pic>
        <p:nvPicPr>
          <p:cNvPr id="25" name="libai-pose-b">
            <a:extLst>
              <a:ext uri="{FF2B5EF4-FFF2-40B4-BE49-F238E27FC236}">
                <a16:creationId xmlns:a16="http://schemas.microsoft.com/office/drawing/2014/main" id="{6B9D8C00-1989-CBAA-6901-8CD6E958BA3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3208000" y="317500"/>
            <a:ext cx="3810000" cy="6223000"/>
          </a:xfrm>
          <a:prstGeom prst="rect">
            <a:avLst/>
          </a:prstGeom>
        </p:spPr>
      </p:pic>
      <p:sp>
        <p:nvSpPr>
          <p:cNvPr id="26" name="title-main">
            <a:extLst>
              <a:ext uri="{FF2B5EF4-FFF2-40B4-BE49-F238E27FC236}">
                <a16:creationId xmlns:a16="http://schemas.microsoft.com/office/drawing/2014/main" id="{86DED031-18E0-D394-B580-F53A61F7B749}"/>
              </a:ext>
            </a:extLst>
          </p:cNvPr>
          <p:cNvSpPr txBox="1"/>
          <p:nvPr/>
        </p:nvSpPr>
        <p:spPr>
          <a:xfrm>
            <a:off x="6070600" y="2082800"/>
            <a:ext cx="3810000" cy="1107996"/>
          </a:xfrm>
          <a:prstGeom prst="rect">
            <a:avLst/>
          </a:prstGeom>
          <a:noFill/>
        </p:spPr>
        <p:txBody>
          <a:bodyPr vert="horz" lIns="0" rIns="0" rtlCol="0" anchor="ctr">
            <a:spAutoFit/>
          </a:bodyPr>
          <a:lstStyle/>
          <a:p>
            <a:pPr algn="ctr"/>
            <a:r>
              <a:rPr lang="zh-CN" altLang="en-US" sz="6600" b="1">
                <a:solidFill>
                  <a:srgbClr val="FFE9D5"/>
                </a:solidFill>
                <a:latin typeface="Microsoft YaHei" panose="020B0503020204020204" pitchFamily="34" charset="-122"/>
              </a:rPr>
              <a:t>李白</a:t>
            </a:r>
          </a:p>
        </p:txBody>
      </p:sp>
      <p:sp>
        <p:nvSpPr>
          <p:cNvPr id="27" name="title-sub">
            <a:extLst>
              <a:ext uri="{FF2B5EF4-FFF2-40B4-BE49-F238E27FC236}">
                <a16:creationId xmlns:a16="http://schemas.microsoft.com/office/drawing/2014/main" id="{B67C5A59-2DED-B0D2-1FC3-9DB959485653}"/>
              </a:ext>
            </a:extLst>
          </p:cNvPr>
          <p:cNvSpPr txBox="1"/>
          <p:nvPr/>
        </p:nvSpPr>
        <p:spPr>
          <a:xfrm>
            <a:off x="5943600" y="3327400"/>
            <a:ext cx="4064000" cy="538609"/>
          </a:xfrm>
          <a:prstGeom prst="rect">
            <a:avLst/>
          </a:prstGeom>
          <a:noFill/>
        </p:spPr>
        <p:txBody>
          <a:bodyPr vert="horz" lIns="0" rIns="0" rtlCol="0">
            <a:spAutoFit/>
          </a:bodyPr>
          <a:lstStyle/>
          <a:p>
            <a:pPr algn="ctr"/>
            <a:r>
              <a:rPr lang="zh-CN" altLang="en-US" sz="2900" b="1">
                <a:solidFill>
                  <a:srgbClr val="E8D6C4"/>
                </a:solidFill>
                <a:latin typeface="Microsoft YaHei" panose="020B0503020204020204" pitchFamily="34" charset="-122"/>
              </a:rPr>
              <a:t>举杯邀明月</a:t>
            </a:r>
          </a:p>
        </p:txBody>
      </p:sp>
      <p:pic>
        <p:nvPicPr>
          <p:cNvPr id="29" name="cup-mid-01">
            <a:extLst>
              <a:ext uri="{FF2B5EF4-FFF2-40B4-BE49-F238E27FC236}">
                <a16:creationId xmlns:a16="http://schemas.microsoft.com/office/drawing/2014/main" id="{53F8C94C-33B9-802D-98F7-908776D3A987}"/>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720000">
            <a:off x="-304800" y="1803400"/>
            <a:ext cx="965200" cy="825500"/>
          </a:xfrm>
          <a:prstGeom prst="rect">
            <a:avLst/>
          </a:prstGeom>
        </p:spPr>
      </p:pic>
      <p:pic>
        <p:nvPicPr>
          <p:cNvPr id="31" name="cup-mid-02">
            <a:extLst>
              <a:ext uri="{FF2B5EF4-FFF2-40B4-BE49-F238E27FC236}">
                <a16:creationId xmlns:a16="http://schemas.microsoft.com/office/drawing/2014/main" id="{16176F6F-7460-E756-FB9E-B5DE7436926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2700000">
            <a:off x="2209800" y="2717800"/>
            <a:ext cx="800100" cy="685800"/>
          </a:xfrm>
          <a:prstGeom prst="rect">
            <a:avLst/>
          </a:prstGeom>
        </p:spPr>
      </p:pic>
      <p:pic>
        <p:nvPicPr>
          <p:cNvPr id="33" name="cup-mid-03">
            <a:extLst>
              <a:ext uri="{FF2B5EF4-FFF2-40B4-BE49-F238E27FC236}">
                <a16:creationId xmlns:a16="http://schemas.microsoft.com/office/drawing/2014/main" id="{B6D2FAA2-8A17-11E2-65B3-97C2507FFAF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4680000">
            <a:off x="4495800" y="1625600"/>
            <a:ext cx="914400" cy="774700"/>
          </a:xfrm>
          <a:prstGeom prst="rect">
            <a:avLst/>
          </a:prstGeom>
        </p:spPr>
      </p:pic>
      <p:pic>
        <p:nvPicPr>
          <p:cNvPr id="35" name="cup-mid-04">
            <a:extLst>
              <a:ext uri="{FF2B5EF4-FFF2-40B4-BE49-F238E27FC236}">
                <a16:creationId xmlns:a16="http://schemas.microsoft.com/office/drawing/2014/main" id="{EDCF52A4-3D2F-8C97-C0ED-45475C6C078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6660000">
            <a:off x="7175500" y="1473200"/>
            <a:ext cx="1066800" cy="901700"/>
          </a:xfrm>
          <a:prstGeom prst="rect">
            <a:avLst/>
          </a:prstGeom>
        </p:spPr>
      </p:pic>
      <p:pic>
        <p:nvPicPr>
          <p:cNvPr id="37" name="cup-mid-05">
            <a:extLst>
              <a:ext uri="{FF2B5EF4-FFF2-40B4-BE49-F238E27FC236}">
                <a16:creationId xmlns:a16="http://schemas.microsoft.com/office/drawing/2014/main" id="{89D6D206-1D07-6964-600E-4BA755282BF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8640000">
            <a:off x="9144000" y="2997200"/>
            <a:ext cx="889000" cy="749300"/>
          </a:xfrm>
          <a:prstGeom prst="rect">
            <a:avLst/>
          </a:prstGeom>
        </p:spPr>
      </p:pic>
      <p:pic>
        <p:nvPicPr>
          <p:cNvPr id="39" name="cup-mid-06">
            <a:extLst>
              <a:ext uri="{FF2B5EF4-FFF2-40B4-BE49-F238E27FC236}">
                <a16:creationId xmlns:a16="http://schemas.microsoft.com/office/drawing/2014/main" id="{34E22EE2-F653-5AFE-ED7D-B8CDBD82189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620000">
            <a:off x="10972800" y="2209800"/>
            <a:ext cx="1016000" cy="863600"/>
          </a:xfrm>
          <a:prstGeom prst="rect">
            <a:avLst/>
          </a:prstGeom>
        </p:spPr>
      </p:pic>
      <p:pic>
        <p:nvPicPr>
          <p:cNvPr id="41" name="cup-front-01">
            <a:extLst>
              <a:ext uri="{FF2B5EF4-FFF2-40B4-BE49-F238E27FC236}">
                <a16:creationId xmlns:a16="http://schemas.microsoft.com/office/drawing/2014/main" id="{EDBF7C6E-5BB6-3320-4E23-3028BFE49C9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1080000">
            <a:off x="-698500" y="4572000"/>
            <a:ext cx="2921000" cy="2476500"/>
          </a:xfrm>
          <a:prstGeom prst="rect">
            <a:avLst/>
          </a:prstGeom>
        </p:spPr>
      </p:pic>
      <p:pic>
        <p:nvPicPr>
          <p:cNvPr id="43" name="cup-front-02">
            <a:extLst>
              <a:ext uri="{FF2B5EF4-FFF2-40B4-BE49-F238E27FC236}">
                <a16:creationId xmlns:a16="http://schemas.microsoft.com/office/drawing/2014/main" id="{F28F0D50-7A56-76BF-D67D-A73A4D80C9C5}"/>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1440000">
            <a:off x="9652000" y="-952500"/>
            <a:ext cx="3238500" cy="2743200"/>
          </a:xfrm>
          <a:prstGeom prst="rect">
            <a:avLst/>
          </a:prstGeom>
        </p:spPr>
      </p:pic>
      <p:pic>
        <p:nvPicPr>
          <p:cNvPr id="45" name="cup-front-03">
            <a:extLst>
              <a:ext uri="{FF2B5EF4-FFF2-40B4-BE49-F238E27FC236}">
                <a16:creationId xmlns:a16="http://schemas.microsoft.com/office/drawing/2014/main" id="{29AC36E5-406E-8B29-0F4A-004BF84A1680}"/>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3960000">
            <a:off x="10541000" y="5143500"/>
            <a:ext cx="3111500" cy="2641600"/>
          </a:xfrm>
          <a:prstGeom prst="rect">
            <a:avLst/>
          </a:prstGeom>
        </p:spPr>
      </p:pic>
    </p:spTree>
    <p:extLst>
      <p:ext uri="{BB962C8B-B14F-4D97-AF65-F5344CB8AC3E}">
        <p14:creationId xmlns:p14="http://schemas.microsoft.com/office/powerpoint/2010/main" val="3345337282"/>
      </p:ext>
    </p:extLst>
  </p:cSld>
  <p:clrMapOvr>
    <a:masterClrMapping/>
  </p:clrMapOvr>
  <mc:AlternateContent xmlns:mc="http://schemas.openxmlformats.org/markup-compatibility/2006">
    <mc:Choice xmlns:p14="http://schemas.microsoft.com/office/powerpoint/2010/main" Requires="p14">
      <p:transition spd="slow" p14:dur="2000" advTm="2200"/>
    </mc:Choice>
    <mc:Fallback>
      <p:transition spd="slow" advTm="22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62B8822C-6C0D-376B-FE00-D4DFF6F73A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cup-back-01">
            <a:extLst>
              <a:ext uri="{FF2B5EF4-FFF2-40B4-BE49-F238E27FC236}">
                <a16:creationId xmlns:a16="http://schemas.microsoft.com/office/drawing/2014/main" id="{505B4E95-85D4-AEEB-4700-C8FE76B4349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1440000">
            <a:off x="228600" y="774700"/>
            <a:ext cx="381000" cy="317500"/>
          </a:xfrm>
          <a:prstGeom prst="rect">
            <a:avLst/>
          </a:prstGeom>
        </p:spPr>
      </p:pic>
      <p:pic>
        <p:nvPicPr>
          <p:cNvPr id="7" name="cup-back-02">
            <a:extLst>
              <a:ext uri="{FF2B5EF4-FFF2-40B4-BE49-F238E27FC236}">
                <a16:creationId xmlns:a16="http://schemas.microsoft.com/office/drawing/2014/main" id="{3463D5AE-55C6-65D4-5711-F45A7905165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300000">
            <a:off x="1587500" y="1181100"/>
            <a:ext cx="469900" cy="393700"/>
          </a:xfrm>
          <a:prstGeom prst="rect">
            <a:avLst/>
          </a:prstGeom>
        </p:spPr>
      </p:pic>
      <p:pic>
        <p:nvPicPr>
          <p:cNvPr id="9" name="cup-back-03">
            <a:extLst>
              <a:ext uri="{FF2B5EF4-FFF2-40B4-BE49-F238E27FC236}">
                <a16:creationId xmlns:a16="http://schemas.microsoft.com/office/drawing/2014/main" id="{22836AA3-3803-AC19-F4FC-6CB69E4FA8A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840000">
            <a:off x="3238500" y="533400"/>
            <a:ext cx="368300" cy="317500"/>
          </a:xfrm>
          <a:prstGeom prst="rect">
            <a:avLst/>
          </a:prstGeom>
        </p:spPr>
      </p:pic>
      <p:pic>
        <p:nvPicPr>
          <p:cNvPr id="11" name="cup-back-04">
            <a:extLst>
              <a:ext uri="{FF2B5EF4-FFF2-40B4-BE49-F238E27FC236}">
                <a16:creationId xmlns:a16="http://schemas.microsoft.com/office/drawing/2014/main" id="{7F01C41E-668F-D613-EBC4-2D061D79502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1980000">
            <a:off x="5194300" y="1016000"/>
            <a:ext cx="431800" cy="368300"/>
          </a:xfrm>
          <a:prstGeom prst="rect">
            <a:avLst/>
          </a:prstGeom>
        </p:spPr>
      </p:pic>
      <p:pic>
        <p:nvPicPr>
          <p:cNvPr id="13" name="cup-back-05">
            <a:extLst>
              <a:ext uri="{FF2B5EF4-FFF2-40B4-BE49-F238E27FC236}">
                <a16:creationId xmlns:a16="http://schemas.microsoft.com/office/drawing/2014/main" id="{F3618C3D-82A8-07CD-E36B-AF7DEA512E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3120000">
            <a:off x="7289800" y="609600"/>
            <a:ext cx="381000" cy="317500"/>
          </a:xfrm>
          <a:prstGeom prst="rect">
            <a:avLst/>
          </a:prstGeom>
        </p:spPr>
      </p:pic>
      <p:pic>
        <p:nvPicPr>
          <p:cNvPr id="15" name="cup-back-06">
            <a:extLst>
              <a:ext uri="{FF2B5EF4-FFF2-40B4-BE49-F238E27FC236}">
                <a16:creationId xmlns:a16="http://schemas.microsoft.com/office/drawing/2014/main" id="{2FB8C32F-1DF8-E29E-0CF8-38566C00C30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4260000">
            <a:off x="9702800" y="939800"/>
            <a:ext cx="482600" cy="406400"/>
          </a:xfrm>
          <a:prstGeom prst="rect">
            <a:avLst/>
          </a:prstGeom>
        </p:spPr>
      </p:pic>
      <p:pic>
        <p:nvPicPr>
          <p:cNvPr id="17" name="cup-back-07">
            <a:extLst>
              <a:ext uri="{FF2B5EF4-FFF2-40B4-BE49-F238E27FC236}">
                <a16:creationId xmlns:a16="http://schemas.microsoft.com/office/drawing/2014/main" id="{78AD04F9-D910-88F7-E089-5C753C24C90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317500" y="4165600"/>
            <a:ext cx="342900" cy="292100"/>
          </a:xfrm>
          <a:prstGeom prst="rect">
            <a:avLst/>
          </a:prstGeom>
        </p:spPr>
      </p:pic>
      <p:pic>
        <p:nvPicPr>
          <p:cNvPr id="19" name="cup-back-08">
            <a:extLst>
              <a:ext uri="{FF2B5EF4-FFF2-40B4-BE49-F238E27FC236}">
                <a16:creationId xmlns:a16="http://schemas.microsoft.com/office/drawing/2014/main" id="{D0C5F18E-963B-AA28-D687-FB2164D908C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6540000">
            <a:off x="6553200" y="3810000"/>
            <a:ext cx="431800" cy="368300"/>
          </a:xfrm>
          <a:prstGeom prst="rect">
            <a:avLst/>
          </a:prstGeom>
        </p:spPr>
      </p:pic>
      <p:pic>
        <p:nvPicPr>
          <p:cNvPr id="21" name="cup-back-09">
            <a:extLst>
              <a:ext uri="{FF2B5EF4-FFF2-40B4-BE49-F238E27FC236}">
                <a16:creationId xmlns:a16="http://schemas.microsoft.com/office/drawing/2014/main" id="{D72620C7-EC6B-BC85-A3C3-9E41AD2C1CA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7680000">
            <a:off x="10414000" y="3886200"/>
            <a:ext cx="355600" cy="304800"/>
          </a:xfrm>
          <a:prstGeom prst="rect">
            <a:avLst/>
          </a:prstGeom>
        </p:spPr>
      </p:pic>
      <p:pic>
        <p:nvPicPr>
          <p:cNvPr id="23" name="libai-pose-a">
            <a:extLst>
              <a:ext uri="{FF2B5EF4-FFF2-40B4-BE49-F238E27FC236}">
                <a16:creationId xmlns:a16="http://schemas.microsoft.com/office/drawing/2014/main" id="{A961BAE1-5618-26DC-0AF1-A64BC4B6F62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508500" y="381000"/>
            <a:ext cx="3771900" cy="6223000"/>
          </a:xfrm>
          <a:prstGeom prst="rect">
            <a:avLst/>
          </a:prstGeom>
        </p:spPr>
      </p:pic>
      <p:pic>
        <p:nvPicPr>
          <p:cNvPr id="25" name="libai-pose-b">
            <a:extLst>
              <a:ext uri="{FF2B5EF4-FFF2-40B4-BE49-F238E27FC236}">
                <a16:creationId xmlns:a16="http://schemas.microsoft.com/office/drawing/2014/main" id="{6B9D8C00-1989-CBAA-6901-8CD6E958BA3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7518400" y="317500"/>
            <a:ext cx="3810000" cy="6223000"/>
          </a:xfrm>
          <a:prstGeom prst="rect">
            <a:avLst/>
          </a:prstGeom>
        </p:spPr>
      </p:pic>
      <p:sp>
        <p:nvSpPr>
          <p:cNvPr id="26" name="title-main">
            <a:extLst>
              <a:ext uri="{FF2B5EF4-FFF2-40B4-BE49-F238E27FC236}">
                <a16:creationId xmlns:a16="http://schemas.microsoft.com/office/drawing/2014/main" id="{86DED031-18E0-D394-B580-F53A61F7B749}"/>
              </a:ext>
            </a:extLst>
          </p:cNvPr>
          <p:cNvSpPr txBox="1"/>
          <p:nvPr/>
        </p:nvSpPr>
        <p:spPr>
          <a:xfrm>
            <a:off x="2209800" y="2032000"/>
            <a:ext cx="3810000" cy="1270000"/>
          </a:xfrm>
          <a:prstGeom prst="rect">
            <a:avLst/>
          </a:prstGeom>
          <a:noFill/>
        </p:spPr>
        <p:txBody>
          <a:bodyPr vert="horz" lIns="0" rIns="0" rtlCol="0" anchor="ctr">
            <a:spAutoFit/>
          </a:bodyPr>
          <a:lstStyle/>
          <a:p>
            <a:pPr algn="ctr"/>
            <a:r>
              <a:rPr lang="zh-CN" altLang="en-US" sz="6600" b="1">
                <a:solidFill>
                  <a:srgbClr val="FFE9D5"/>
                </a:solidFill>
                <a:latin typeface="Microsoft YaHei" panose="020B0503020204020204" pitchFamily="34" charset="-122"/>
              </a:rPr>
              <a:t>李白</a:t>
            </a:r>
          </a:p>
        </p:txBody>
      </p:sp>
      <p:sp>
        <p:nvSpPr>
          <p:cNvPr id="27" name="title-sub">
            <a:extLst>
              <a:ext uri="{FF2B5EF4-FFF2-40B4-BE49-F238E27FC236}">
                <a16:creationId xmlns:a16="http://schemas.microsoft.com/office/drawing/2014/main" id="{B67C5A59-2DED-B0D2-1FC3-9DB959485653}"/>
              </a:ext>
            </a:extLst>
          </p:cNvPr>
          <p:cNvSpPr txBox="1"/>
          <p:nvPr/>
        </p:nvSpPr>
        <p:spPr>
          <a:xfrm>
            <a:off x="2082800" y="3276599"/>
            <a:ext cx="4064000" cy="685800"/>
          </a:xfrm>
          <a:prstGeom prst="rect">
            <a:avLst/>
          </a:prstGeom>
          <a:noFill/>
        </p:spPr>
        <p:txBody>
          <a:bodyPr vert="horz" lIns="0" rIns="0" rtlCol="0">
            <a:spAutoFit/>
          </a:bodyPr>
          <a:lstStyle/>
          <a:p>
            <a:pPr algn="ctr"/>
            <a:r>
              <a:rPr lang="zh-CN" altLang="en-US" sz="2900" b="1">
                <a:solidFill>
                  <a:srgbClr val="E8D6C4"/>
                </a:solidFill>
                <a:latin typeface="Microsoft YaHei" panose="020B0503020204020204" pitchFamily="34" charset="-122"/>
              </a:rPr>
              <a:t>举杯邀明月</a:t>
            </a:r>
          </a:p>
        </p:txBody>
      </p:sp>
      <p:pic>
        <p:nvPicPr>
          <p:cNvPr id="29" name="cup-mid-01">
            <a:extLst>
              <a:ext uri="{FF2B5EF4-FFF2-40B4-BE49-F238E27FC236}">
                <a16:creationId xmlns:a16="http://schemas.microsoft.com/office/drawing/2014/main" id="{53F8C94C-33B9-802D-98F7-908776D3A987}"/>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720000">
            <a:off x="-1460500" y="1905000"/>
            <a:ext cx="965200" cy="825500"/>
          </a:xfrm>
          <a:prstGeom prst="rect">
            <a:avLst/>
          </a:prstGeom>
        </p:spPr>
      </p:pic>
      <p:pic>
        <p:nvPicPr>
          <p:cNvPr id="31" name="cup-mid-02">
            <a:extLst>
              <a:ext uri="{FF2B5EF4-FFF2-40B4-BE49-F238E27FC236}">
                <a16:creationId xmlns:a16="http://schemas.microsoft.com/office/drawing/2014/main" id="{16176F6F-7460-E756-FB9E-B5DE7436926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2700000">
            <a:off x="939800" y="2819400"/>
            <a:ext cx="800100" cy="685800"/>
          </a:xfrm>
          <a:prstGeom prst="rect">
            <a:avLst/>
          </a:prstGeom>
        </p:spPr>
      </p:pic>
      <p:pic>
        <p:nvPicPr>
          <p:cNvPr id="33" name="cup-mid-03">
            <a:extLst>
              <a:ext uri="{FF2B5EF4-FFF2-40B4-BE49-F238E27FC236}">
                <a16:creationId xmlns:a16="http://schemas.microsoft.com/office/drawing/2014/main" id="{B6D2FAA2-8A17-11E2-65B3-97C2507FFAF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4680000">
            <a:off x="3022600" y="1727200"/>
            <a:ext cx="914400" cy="774700"/>
          </a:xfrm>
          <a:prstGeom prst="rect">
            <a:avLst/>
          </a:prstGeom>
        </p:spPr>
      </p:pic>
      <p:pic>
        <p:nvPicPr>
          <p:cNvPr id="35" name="cup-mid-04">
            <a:extLst>
              <a:ext uri="{FF2B5EF4-FFF2-40B4-BE49-F238E27FC236}">
                <a16:creationId xmlns:a16="http://schemas.microsoft.com/office/drawing/2014/main" id="{EDCF52A4-3D2F-8C97-C0ED-45475C6C078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6660000">
            <a:off x="5473700" y="1574800"/>
            <a:ext cx="1066800" cy="901700"/>
          </a:xfrm>
          <a:prstGeom prst="rect">
            <a:avLst/>
          </a:prstGeom>
        </p:spPr>
      </p:pic>
      <p:pic>
        <p:nvPicPr>
          <p:cNvPr id="37" name="cup-mid-05">
            <a:extLst>
              <a:ext uri="{FF2B5EF4-FFF2-40B4-BE49-F238E27FC236}">
                <a16:creationId xmlns:a16="http://schemas.microsoft.com/office/drawing/2014/main" id="{89D6D206-1D07-6964-600E-4BA755282BF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8640000">
            <a:off x="7213600" y="3098800"/>
            <a:ext cx="889000" cy="749300"/>
          </a:xfrm>
          <a:prstGeom prst="rect">
            <a:avLst/>
          </a:prstGeom>
        </p:spPr>
      </p:pic>
      <p:pic>
        <p:nvPicPr>
          <p:cNvPr id="39" name="cup-mid-06">
            <a:extLst>
              <a:ext uri="{FF2B5EF4-FFF2-40B4-BE49-F238E27FC236}">
                <a16:creationId xmlns:a16="http://schemas.microsoft.com/office/drawing/2014/main" id="{34E22EE2-F653-5AFE-ED7D-B8CDBD82189B}"/>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rot="10620000">
            <a:off x="8813800" y="2311400"/>
            <a:ext cx="1016000" cy="863600"/>
          </a:xfrm>
          <a:prstGeom prst="rect">
            <a:avLst/>
          </a:prstGeom>
        </p:spPr>
      </p:pic>
      <p:pic>
        <p:nvPicPr>
          <p:cNvPr id="41" name="cup-front-01">
            <a:extLst>
              <a:ext uri="{FF2B5EF4-FFF2-40B4-BE49-F238E27FC236}">
                <a16:creationId xmlns:a16="http://schemas.microsoft.com/office/drawing/2014/main" id="{EDBF7C6E-5BB6-3320-4E23-3028BFE49C9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1080000">
            <a:off x="-4170153" y="4665526"/>
            <a:ext cx="3111500" cy="2641600"/>
          </a:xfrm>
          <a:prstGeom prst="rect">
            <a:avLst/>
          </a:prstGeom>
        </p:spPr>
      </p:pic>
      <p:pic>
        <p:nvPicPr>
          <p:cNvPr id="43" name="cup-front-02">
            <a:extLst>
              <a:ext uri="{FF2B5EF4-FFF2-40B4-BE49-F238E27FC236}">
                <a16:creationId xmlns:a16="http://schemas.microsoft.com/office/drawing/2014/main" id="{F28F0D50-7A56-76BF-D67D-A73A4D80C9C5}"/>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1440000">
            <a:off x="4149189" y="-730395"/>
            <a:ext cx="3429000" cy="2908300"/>
          </a:xfrm>
          <a:prstGeom prst="rect">
            <a:avLst/>
          </a:prstGeom>
        </p:spPr>
      </p:pic>
      <p:pic>
        <p:nvPicPr>
          <p:cNvPr id="45" name="cup-front-03">
            <a:extLst>
              <a:ext uri="{FF2B5EF4-FFF2-40B4-BE49-F238E27FC236}">
                <a16:creationId xmlns:a16="http://schemas.microsoft.com/office/drawing/2014/main" id="{29AC36E5-406E-8B29-0F4A-004BF84A1680}"/>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rot="3960000">
            <a:off x="6091079" y="5245041"/>
            <a:ext cx="3302000" cy="2806700"/>
          </a:xfrm>
          <a:prstGeom prst="rect">
            <a:avLst/>
          </a:prstGeom>
        </p:spPr>
      </p:pic>
    </p:spTree>
    <p:extLst>
      <p:ext uri="{BB962C8B-B14F-4D97-AF65-F5344CB8AC3E}">
        <p14:creationId xmlns:p14="http://schemas.microsoft.com/office/powerpoint/2010/main" val="1731043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200">
        <p159:morph option="byObject"/>
      </p:transition>
    </mc:Choice>
    <mc:Fallback>
      <p:transition spd="slow" advTm="2200">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142</Words>
  <Application>Microsoft Office PowerPoint</Application>
  <PresentationFormat>自定义</PresentationFormat>
  <Paragraphs>8</Paragraphs>
  <Slides>2</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vt:i4>
      </vt:variant>
    </vt:vector>
  </HeadingPairs>
  <TitlesOfParts>
    <vt:vector size="7" baseType="lpstr">
      <vt:lpstr>等线</vt:lpstr>
      <vt:lpstr>等线 Light</vt:lpstr>
      <vt:lpstr>Microsoft YaHei</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dx f</dc:creator>
  <cp:lastModifiedBy>dx f</cp:lastModifiedBy>
  <cp:revision>1</cp:revision>
  <dcterms:created xsi:type="dcterms:W3CDTF">2026-09-14T13:16:35Z</dcterms:created>
  <dcterms:modified xsi:type="dcterms:W3CDTF">2026-09-14T13:16:35Z</dcterms:modified>
</cp:coreProperties>
</file>