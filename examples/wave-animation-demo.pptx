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230D2-EAB4-41DC-B1B4-47AF273005A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B9F5D-4911-4C1C-99DD-37C633EFA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056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娴锋氮娴佸姩鍔ㄧ敾锛氬埗浣滆鏄</a:t>
            </a:r>
            <a:r>
              <a:rPr lang="en-US" altLang="zh-CN"/>
              <a:t>?
</a:t>
            </a:r>
            <a:r>
              <a:rPr lang="zh-CN" altLang="en-US"/>
              <a:t>瑙嗚鍘熺悊
鐢ㄤ竴缁勯噸澶嶇殑鍦嗗舰娉㈠嘲鍜屽簳閮ㄧ煩褰㈢粍鎴愬彲缂栬緫鐨勬尝娴甫銆傛瘡涓€甯</a:t>
            </a:r>
            <a:r>
              <a:rPr lang="az-Cyrl-AZ" altLang="zh-CN"/>
              <a:t>у</a:t>
            </a:r>
            <a:r>
              <a:rPr lang="zh-CN" altLang="en-US"/>
              <a:t>彧鏀瑰彉娉㈡氮甯</a:t>
            </a:r>
            <a:r>
              <a:rPr lang="en-US" altLang="zh-CN"/>
              <a:t>︾</a:t>
            </a:r>
            <a:r>
              <a:rPr lang="zh-CN" altLang="en-US"/>
              <a:t>殑姘村钩浣嶇疆锛屽啀璁╅</a:t>
            </a:r>
            <a:r>
              <a:rPr lang="en-US" altLang="zh-CN"/>
              <a:t>〉</a:t>
            </a:r>
            <a:r>
              <a:rPr lang="zh-CN" altLang="en-US"/>
              <a:t>闈㈡寜鏃堕棿鑷姩鎺ㄨ繘锛屽氨鑳戒骇鐢熻繛缁祦鍔ㄧ殑鎰熻銆</a:t>
            </a:r>
            <a:r>
              <a:rPr lang="en-US" altLang="zh-CN"/>
              <a:t>?
</a:t>
            </a:r>
            <a:r>
              <a:rPr lang="zh-CN" altLang="en-US"/>
              <a:t>澶嶇幇姝</a:t>
            </a:r>
            <a:r>
              <a:rPr lang="ja-JP" altLang="en-US"/>
              <a:t>ラ
</a:t>
            </a:r>
            <a:r>
              <a:rPr lang="en-US" altLang="ja-JP"/>
              <a:t>1. </a:t>
            </a:r>
            <a:r>
              <a:rPr lang="zh-CN" altLang="en-US"/>
              <a:t>鎻掑叆涓€涓渾褰紝澶嶅埗澶氫釜骞舵</a:t>
            </a:r>
            <a:r>
              <a:rPr lang="en-US" altLang="zh-CN"/>
              <a:t>í</a:t>
            </a:r>
            <a:r>
              <a:rPr lang="zh-CN" altLang="en-US"/>
              <a:t>鍚戞帓鍒楋紝褰㈡垚娉㈠嘲銆</a:t>
            </a:r>
            <a:r>
              <a:rPr lang="en-US" altLang="zh-CN"/>
              <a:t>?2. </a:t>
            </a:r>
            <a:r>
              <a:rPr lang="zh-CN" altLang="en-US"/>
              <a:t>鍦ㄦ尝宄颁笅鏂瑰姞涓€涓煩褰紝缁熶竴濉厖棰滆壊骞剁粍鍚堛€</a:t>
            </a:r>
            <a:r>
              <a:rPr lang="en-US" altLang="zh-CN"/>
              <a:t>?3. </a:t>
            </a:r>
            <a:r>
              <a:rPr lang="zh-CN" altLang="en-US"/>
              <a:t>澶嶅埗娉㈡氮缁勶紝姣忎竴椤靛悜宸</a:t>
            </a:r>
            <a:r>
              <a:rPr lang="en-US" altLang="zh-CN"/>
              <a:t>︽</a:t>
            </a:r>
            <a:r>
              <a:rPr lang="zh-CN" altLang="en-US"/>
              <a:t>垨鍚戝彸绉诲姩鍥哄畾璺濈銆</a:t>
            </a:r>
            <a:r>
              <a:rPr lang="en-US" altLang="zh-CN"/>
              <a:t>?4. </a:t>
            </a:r>
            <a:r>
              <a:rPr lang="zh-CN" altLang="en-US"/>
              <a:t>鍦ㄢ€滃垏鎹⑩€濅腑鍏抽棴鍗曞嚮鎹㈤</a:t>
            </a:r>
            <a:r>
              <a:rPr lang="en-US" altLang="zh-CN"/>
              <a:t>〉</a:t>
            </a:r>
            <a:r>
              <a:rPr lang="zh-CN" altLang="en-US"/>
              <a:t>锛岃缃嚜鍔ㄦ崲椤垫椂闂翠负 </a:t>
            </a:r>
            <a:r>
              <a:rPr lang="en-US" altLang="zh-CN"/>
              <a:t>0.35 </a:t>
            </a:r>
            <a:r>
              <a:rPr lang="zh-CN" altLang="en-US"/>
              <a:t>绉掋€</a:t>
            </a:r>
            <a:r>
              <a:rPr lang="en-US" altLang="zh-CN"/>
              <a:t>?5. </a:t>
            </a:r>
            <a:r>
              <a:rPr lang="zh-CN" altLang="en-US"/>
              <a:t>鎶婃渶鍚庝竴椤佃缃负寰幆鎾斁锛岄瑙堣繛缁繍鍔ㄦ晥鏋溿€</a:t>
            </a:r>
            <a:r>
              <a:rPr lang="en-US" altLang="zh-CN"/>
              <a:t>?
</a:t>
            </a:r>
            <a:r>
              <a:rPr lang="zh-CN" altLang="en-US"/>
              <a:t>鍙皟鍙傛暟
</a:t>
            </a:r>
            <a:r>
              <a:rPr lang="en-US" altLang="zh-CN"/>
              <a:t>- </a:t>
            </a:r>
            <a:r>
              <a:rPr lang="zh-CN" altLang="en-US"/>
              <a:t>绉诲姩璺濈锛氬喅瀹氭祦鍔ㄩ€熷害鍜岃繛缁€</a:t>
            </a:r>
            <a:r>
              <a:rPr lang="az-Cyrl-AZ" altLang="zh-CN"/>
              <a:t>с€?- </a:t>
            </a:r>
            <a:r>
              <a:rPr lang="zh-CN" altLang="en-US"/>
              <a:t>鑷姩鎹㈤</a:t>
            </a:r>
            <a:r>
              <a:rPr lang="en-US" altLang="zh-CN"/>
              <a:t>〉</a:t>
            </a:r>
            <a:r>
              <a:rPr lang="zh-CN" altLang="en-US"/>
              <a:t>鏃堕棿锛氳秺鐭秺蹇紝寤鸿 </a:t>
            </a:r>
            <a:r>
              <a:rPr lang="en-US" altLang="zh-CN"/>
              <a:t>0.25 </a:t>
            </a:r>
            <a:r>
              <a:rPr lang="zh-CN" altLang="en-US"/>
              <a:t>鍒</a:t>
            </a:r>
            <a:r>
              <a:rPr lang="en-US" altLang="zh-CN"/>
              <a:t>?0.60 </a:t>
            </a:r>
            <a:r>
              <a:rPr lang="zh-CN" altLang="en-US"/>
              <a:t>绉掍箣闂存祴璇曘€</a:t>
            </a:r>
            <a:r>
              <a:rPr lang="en-US" altLang="zh-CN"/>
              <a:t>?- </a:t>
            </a:r>
            <a:r>
              <a:rPr lang="zh-CN" altLang="en-US"/>
              <a:t>鍓嶅悗娉㈡氮鐨勯鑹层€侀€忔槑搴</a:t>
            </a:r>
            <a:r>
              <a:rPr lang="en-US" altLang="zh-CN"/>
              <a:t>﹀</a:t>
            </a:r>
            <a:r>
              <a:rPr lang="zh-CN" altLang="en-US"/>
              <a:t>拰鍨傜洿浣嶇疆锛氬喅瀹氬眰娆℃劅銆</a:t>
            </a:r>
            <a:r>
              <a:rPr lang="en-US" altLang="zh-CN"/>
              <a:t>?
</a:t>
            </a:r>
            <a:r>
              <a:rPr lang="zh-CN" altLang="en-US"/>
              <a:t>鍏煎鎬</a:t>
            </a:r>
            <a:r>
              <a:rPr lang="en-US" altLang="zh-CN"/>
              <a:t>?</a:t>
            </a:r>
            <a:r>
              <a:rPr lang="zh-CN" altLang="en-US"/>
              <a:t>鏈</a:t>
            </a:r>
            <a:r>
              <a:rPr lang="ja-JP" altLang="en-US"/>
              <a:t>ず</a:t>
            </a:r>
            <a:r>
              <a:rPr lang="zh-CN" altLang="en-US"/>
              <a:t>渚嬩娇鐢ㄥ彲缂栬緫褰㈢姸鍜岃嚜鍔ㄦ崲椤碉紝浼樺厛鑰冭檻 </a:t>
            </a:r>
            <a:r>
              <a:rPr lang="en-US" altLang="zh-CN"/>
              <a:t>PowerPoint </a:t>
            </a:r>
            <a:r>
              <a:rPr lang="zh-CN" altLang="en-US"/>
              <a:t>涓</a:t>
            </a:r>
            <a:r>
              <a:rPr lang="en-US" altLang="zh-CN"/>
              <a:t>?WPS </a:t>
            </a:r>
            <a:r>
              <a:rPr lang="zh-CN" altLang="en-US"/>
              <a:t>鎾斁鍏煎鎬</a:t>
            </a:r>
            <a:r>
              <a:rPr lang="az-Cyrl-AZ" altLang="zh-CN"/>
              <a:t>с€</a:t>
            </a:r>
            <a:r>
              <a:rPr lang="zh-CN" altLang="en-US"/>
              <a:t>傝鍦ㄧ洰鏍囩増鏈腑瀹為檯棰勮锛學</a:t>
            </a:r>
            <a:r>
              <a:rPr lang="en-US" altLang="zh-CN"/>
              <a:t>PS </a:t>
            </a:r>
            <a:r>
              <a:rPr lang="zh-CN" altLang="en-US"/>
              <a:t>瀵硅嚜鍔ㄦ崲椤靛拰寰幆鎾斁鐨勭粏鑺傚彲鑳藉瓨鍦ㄥ樊寮傘€</a:t>
            </a:r>
            <a:r>
              <a:rPr lang="en-US" altLang="zh-CN"/>
              <a:t>?
</a:t>
            </a:r>
            <a:r>
              <a:rPr lang="zh-CN" altLang="en-US"/>
              <a:t>鏉</a:t>
            </a:r>
            <a:r>
              <a:rPr lang="ja-JP" altLang="en-US"/>
              <a:t>ユ</a:t>
            </a:r>
            <a:r>
              <a:rPr lang="zh-CN" altLang="en-US"/>
              <a:t>簮
鍙傝€冩暀绋嬶細</a:t>
            </a:r>
            <a:r>
              <a:rPr lang="en-US" altLang="zh-CN"/>
              <a:t>PPT</a:t>
            </a:r>
            <a:r>
              <a:rPr lang="zh-CN" altLang="en-US"/>
              <a:t>鍒朵綔 </a:t>
            </a:r>
            <a:r>
              <a:rPr lang="en-US" altLang="zh-CN"/>
              <a:t>| </a:t>
            </a:r>
            <a:r>
              <a:rPr lang="zh-CN" altLang="en-US"/>
              <a:t>娴锋氮鍔ㄧ敾
浣滆€咃細鏄熺€氭枃鍖栬浠跺畾鍒</a:t>
            </a:r>
            <a:r>
              <a:rPr lang="en-US" altLang="zh-CN"/>
              <a:t>?</a:t>
            </a:r>
            <a:r>
              <a:rPr lang="zh-CN" altLang="en-US"/>
              <a:t>閾炬帴锛歨</a:t>
            </a:r>
            <a:r>
              <a:rPr lang="en-US" altLang="zh-CN"/>
              <a:t>ttps://www.bilibili.com/video/BV1kX4y1f7EX/
</a:t>
            </a:r>
            <a:r>
              <a:rPr lang="zh-CN" altLang="en-US"/>
              <a:t>鍙傝€冩棩鏈燂細</a:t>
            </a:r>
            <a:r>
              <a:rPr lang="en-US" altLang="zh-CN"/>
              <a:t>2026-09-13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B9F5D-4911-4C1C-99DD-37C633EFAE6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14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娴锋氮娴佸姩鍔ㄧ敾锛氬埗浣滆鏄</a:t>
            </a:r>
            <a:r>
              <a:rPr lang="en-US" altLang="zh-CN"/>
              <a:t>?
</a:t>
            </a:r>
            <a:r>
              <a:rPr lang="zh-CN" altLang="en-US"/>
              <a:t>瑙嗚鍘熺悊
鐢ㄤ竴缁勯噸澶嶇殑鍦嗗舰娉㈠嘲鍜屽簳閮ㄧ煩褰㈢粍鎴愬彲缂栬緫鐨勬尝娴甫銆傛瘡涓€甯</a:t>
            </a:r>
            <a:r>
              <a:rPr lang="az-Cyrl-AZ" altLang="zh-CN"/>
              <a:t>у</a:t>
            </a:r>
            <a:r>
              <a:rPr lang="zh-CN" altLang="en-US"/>
              <a:t>彧鏀瑰彉娉㈡氮甯</a:t>
            </a:r>
            <a:r>
              <a:rPr lang="en-US" altLang="zh-CN"/>
              <a:t>︾</a:t>
            </a:r>
            <a:r>
              <a:rPr lang="zh-CN" altLang="en-US"/>
              <a:t>殑姘村钩浣嶇疆锛屽啀璁╅</a:t>
            </a:r>
            <a:r>
              <a:rPr lang="en-US" altLang="zh-CN"/>
              <a:t>〉</a:t>
            </a:r>
            <a:r>
              <a:rPr lang="zh-CN" altLang="en-US"/>
              <a:t>闈㈡寜鏃堕棿鑷姩鎺ㄨ繘锛屽氨鑳戒骇鐢熻繛缁祦鍔ㄧ殑鎰熻銆</a:t>
            </a:r>
            <a:r>
              <a:rPr lang="en-US" altLang="zh-CN"/>
              <a:t>?
</a:t>
            </a:r>
            <a:r>
              <a:rPr lang="zh-CN" altLang="en-US"/>
              <a:t>澶嶇幇姝</a:t>
            </a:r>
            <a:r>
              <a:rPr lang="ja-JP" altLang="en-US"/>
              <a:t>ラ
</a:t>
            </a:r>
            <a:r>
              <a:rPr lang="en-US" altLang="ja-JP"/>
              <a:t>1. </a:t>
            </a:r>
            <a:r>
              <a:rPr lang="zh-CN" altLang="en-US"/>
              <a:t>鎻掑叆涓€涓渾褰紝澶嶅埗澶氫釜骞舵</a:t>
            </a:r>
            <a:r>
              <a:rPr lang="en-US" altLang="zh-CN"/>
              <a:t>í</a:t>
            </a:r>
            <a:r>
              <a:rPr lang="zh-CN" altLang="en-US"/>
              <a:t>鍚戞帓鍒楋紝褰㈡垚娉㈠嘲銆</a:t>
            </a:r>
            <a:r>
              <a:rPr lang="en-US" altLang="zh-CN"/>
              <a:t>?2. </a:t>
            </a:r>
            <a:r>
              <a:rPr lang="zh-CN" altLang="en-US"/>
              <a:t>鍦ㄦ尝宄颁笅鏂瑰姞涓€涓煩褰紝缁熶竴濉厖棰滆壊骞剁粍鍚堛€</a:t>
            </a:r>
            <a:r>
              <a:rPr lang="en-US" altLang="zh-CN"/>
              <a:t>?3. </a:t>
            </a:r>
            <a:r>
              <a:rPr lang="zh-CN" altLang="en-US"/>
              <a:t>澶嶅埗娉㈡氮缁勶紝姣忎竴椤靛悜宸</a:t>
            </a:r>
            <a:r>
              <a:rPr lang="en-US" altLang="zh-CN"/>
              <a:t>︽</a:t>
            </a:r>
            <a:r>
              <a:rPr lang="zh-CN" altLang="en-US"/>
              <a:t>垨鍚戝彸绉诲姩鍥哄畾璺濈銆</a:t>
            </a:r>
            <a:r>
              <a:rPr lang="en-US" altLang="zh-CN"/>
              <a:t>?4. </a:t>
            </a:r>
            <a:r>
              <a:rPr lang="zh-CN" altLang="en-US"/>
              <a:t>鍦ㄢ€滃垏鎹⑩€濅腑鍏抽棴鍗曞嚮鎹㈤</a:t>
            </a:r>
            <a:r>
              <a:rPr lang="en-US" altLang="zh-CN"/>
              <a:t>〉</a:t>
            </a:r>
            <a:r>
              <a:rPr lang="zh-CN" altLang="en-US"/>
              <a:t>锛岃缃嚜鍔ㄦ崲椤垫椂闂翠负 </a:t>
            </a:r>
            <a:r>
              <a:rPr lang="en-US" altLang="zh-CN"/>
              <a:t>0.35 </a:t>
            </a:r>
            <a:r>
              <a:rPr lang="zh-CN" altLang="en-US"/>
              <a:t>绉掋€</a:t>
            </a:r>
            <a:r>
              <a:rPr lang="en-US" altLang="zh-CN"/>
              <a:t>?5. </a:t>
            </a:r>
            <a:r>
              <a:rPr lang="zh-CN" altLang="en-US"/>
              <a:t>鎶婃渶鍚庝竴椤佃缃负寰幆鎾斁锛岄瑙堣繛缁繍鍔ㄦ晥鏋溿€</a:t>
            </a:r>
            <a:r>
              <a:rPr lang="en-US" altLang="zh-CN"/>
              <a:t>?
</a:t>
            </a:r>
            <a:r>
              <a:rPr lang="zh-CN" altLang="en-US"/>
              <a:t>鍙皟鍙傛暟
</a:t>
            </a:r>
            <a:r>
              <a:rPr lang="en-US" altLang="zh-CN"/>
              <a:t>- </a:t>
            </a:r>
            <a:r>
              <a:rPr lang="zh-CN" altLang="en-US"/>
              <a:t>绉诲姩璺濈锛氬喅瀹氭祦鍔ㄩ€熷害鍜岃繛缁€</a:t>
            </a:r>
            <a:r>
              <a:rPr lang="az-Cyrl-AZ" altLang="zh-CN"/>
              <a:t>с€?- </a:t>
            </a:r>
            <a:r>
              <a:rPr lang="zh-CN" altLang="en-US"/>
              <a:t>鑷姩鎹㈤</a:t>
            </a:r>
            <a:r>
              <a:rPr lang="en-US" altLang="zh-CN"/>
              <a:t>〉</a:t>
            </a:r>
            <a:r>
              <a:rPr lang="zh-CN" altLang="en-US"/>
              <a:t>鏃堕棿锛氳秺鐭秺蹇紝寤鸿 </a:t>
            </a:r>
            <a:r>
              <a:rPr lang="en-US" altLang="zh-CN"/>
              <a:t>0.25 </a:t>
            </a:r>
            <a:r>
              <a:rPr lang="zh-CN" altLang="en-US"/>
              <a:t>鍒</a:t>
            </a:r>
            <a:r>
              <a:rPr lang="en-US" altLang="zh-CN"/>
              <a:t>?0.60 </a:t>
            </a:r>
            <a:r>
              <a:rPr lang="zh-CN" altLang="en-US"/>
              <a:t>绉掍箣闂存祴璇曘€</a:t>
            </a:r>
            <a:r>
              <a:rPr lang="en-US" altLang="zh-CN"/>
              <a:t>?- </a:t>
            </a:r>
            <a:r>
              <a:rPr lang="zh-CN" altLang="en-US"/>
              <a:t>鍓嶅悗娉㈡氮鐨勯鑹层€侀€忔槑搴</a:t>
            </a:r>
            <a:r>
              <a:rPr lang="en-US" altLang="zh-CN"/>
              <a:t>﹀</a:t>
            </a:r>
            <a:r>
              <a:rPr lang="zh-CN" altLang="en-US"/>
              <a:t>拰鍨傜洿浣嶇疆锛氬喅瀹氬眰娆℃劅銆</a:t>
            </a:r>
            <a:r>
              <a:rPr lang="en-US" altLang="zh-CN"/>
              <a:t>?
</a:t>
            </a:r>
            <a:r>
              <a:rPr lang="zh-CN" altLang="en-US"/>
              <a:t>鍏煎鎬</a:t>
            </a:r>
            <a:r>
              <a:rPr lang="en-US" altLang="zh-CN"/>
              <a:t>?</a:t>
            </a:r>
            <a:r>
              <a:rPr lang="zh-CN" altLang="en-US"/>
              <a:t>鏈</a:t>
            </a:r>
            <a:r>
              <a:rPr lang="ja-JP" altLang="en-US"/>
              <a:t>ず</a:t>
            </a:r>
            <a:r>
              <a:rPr lang="zh-CN" altLang="en-US"/>
              <a:t>渚嬩娇鐢ㄥ彲缂栬緫褰㈢姸鍜岃嚜鍔ㄦ崲椤碉紝浼樺厛鑰冭檻 </a:t>
            </a:r>
            <a:r>
              <a:rPr lang="en-US" altLang="zh-CN"/>
              <a:t>PowerPoint </a:t>
            </a:r>
            <a:r>
              <a:rPr lang="zh-CN" altLang="en-US"/>
              <a:t>涓</a:t>
            </a:r>
            <a:r>
              <a:rPr lang="en-US" altLang="zh-CN"/>
              <a:t>?WPS </a:t>
            </a:r>
            <a:r>
              <a:rPr lang="zh-CN" altLang="en-US"/>
              <a:t>鎾斁鍏煎鎬</a:t>
            </a:r>
            <a:r>
              <a:rPr lang="az-Cyrl-AZ" altLang="zh-CN"/>
              <a:t>с€</a:t>
            </a:r>
            <a:r>
              <a:rPr lang="zh-CN" altLang="en-US"/>
              <a:t>傝鍦ㄧ洰鏍囩増鏈腑瀹為檯棰勮锛學</a:t>
            </a:r>
            <a:r>
              <a:rPr lang="en-US" altLang="zh-CN"/>
              <a:t>PS </a:t>
            </a:r>
            <a:r>
              <a:rPr lang="zh-CN" altLang="en-US"/>
              <a:t>瀵硅嚜鍔ㄦ崲椤靛拰寰幆鎾斁鐨勭粏鑺傚彲鑳藉瓨鍦ㄥ樊寮傘€</a:t>
            </a:r>
            <a:r>
              <a:rPr lang="en-US" altLang="zh-CN"/>
              <a:t>?
</a:t>
            </a:r>
            <a:r>
              <a:rPr lang="zh-CN" altLang="en-US"/>
              <a:t>鏉</a:t>
            </a:r>
            <a:r>
              <a:rPr lang="ja-JP" altLang="en-US"/>
              <a:t>ユ</a:t>
            </a:r>
            <a:r>
              <a:rPr lang="zh-CN" altLang="en-US"/>
              <a:t>簮
鍙傝€冩暀绋嬶細</a:t>
            </a:r>
            <a:r>
              <a:rPr lang="en-US" altLang="zh-CN"/>
              <a:t>PPT</a:t>
            </a:r>
            <a:r>
              <a:rPr lang="zh-CN" altLang="en-US"/>
              <a:t>鍒朵綔 </a:t>
            </a:r>
            <a:r>
              <a:rPr lang="en-US" altLang="zh-CN"/>
              <a:t>| </a:t>
            </a:r>
            <a:r>
              <a:rPr lang="zh-CN" altLang="en-US"/>
              <a:t>娴锋氮鍔ㄧ敾
浣滆€咃細鏄熺€氭枃鍖栬浠跺畾鍒</a:t>
            </a:r>
            <a:r>
              <a:rPr lang="en-US" altLang="zh-CN"/>
              <a:t>?</a:t>
            </a:r>
            <a:r>
              <a:rPr lang="zh-CN" altLang="en-US"/>
              <a:t>閾炬帴锛歨</a:t>
            </a:r>
            <a:r>
              <a:rPr lang="en-US" altLang="zh-CN"/>
              <a:t>ttps://www.bilibili.com/video/BV1kX4y1f7EX/
</a:t>
            </a:r>
            <a:r>
              <a:rPr lang="zh-CN" altLang="en-US"/>
              <a:t>鍙傝€冩棩鏈燂細</a:t>
            </a:r>
            <a:r>
              <a:rPr lang="en-US" altLang="zh-CN"/>
              <a:t>2026-09-13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B9F5D-4911-4C1C-99DD-37C633EFAE6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149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娴锋氮娴佸姩鍔ㄧ敾锛氬埗浣滆鏄</a:t>
            </a:r>
            <a:r>
              <a:rPr lang="en-US" altLang="zh-CN"/>
              <a:t>?
</a:t>
            </a:r>
            <a:r>
              <a:rPr lang="zh-CN" altLang="en-US"/>
              <a:t>瑙嗚鍘熺悊
鐢ㄤ竴缁勯噸澶嶇殑鍦嗗舰娉㈠嘲鍜屽簳閮ㄧ煩褰㈢粍鎴愬彲缂栬緫鐨勬尝娴甫銆傛瘡涓€甯</a:t>
            </a:r>
            <a:r>
              <a:rPr lang="az-Cyrl-AZ" altLang="zh-CN"/>
              <a:t>у</a:t>
            </a:r>
            <a:r>
              <a:rPr lang="zh-CN" altLang="en-US"/>
              <a:t>彧鏀瑰彉娉㈡氮甯</a:t>
            </a:r>
            <a:r>
              <a:rPr lang="en-US" altLang="zh-CN"/>
              <a:t>︾</a:t>
            </a:r>
            <a:r>
              <a:rPr lang="zh-CN" altLang="en-US"/>
              <a:t>殑姘村钩浣嶇疆锛屽啀璁╅</a:t>
            </a:r>
            <a:r>
              <a:rPr lang="en-US" altLang="zh-CN"/>
              <a:t>〉</a:t>
            </a:r>
            <a:r>
              <a:rPr lang="zh-CN" altLang="en-US"/>
              <a:t>闈㈡寜鏃堕棿鑷姩鎺ㄨ繘锛屽氨鑳戒骇鐢熻繛缁祦鍔ㄧ殑鎰熻銆</a:t>
            </a:r>
            <a:r>
              <a:rPr lang="en-US" altLang="zh-CN"/>
              <a:t>?
</a:t>
            </a:r>
            <a:r>
              <a:rPr lang="zh-CN" altLang="en-US"/>
              <a:t>澶嶇幇姝</a:t>
            </a:r>
            <a:r>
              <a:rPr lang="ja-JP" altLang="en-US"/>
              <a:t>ラ
</a:t>
            </a:r>
            <a:r>
              <a:rPr lang="en-US" altLang="ja-JP"/>
              <a:t>1. </a:t>
            </a:r>
            <a:r>
              <a:rPr lang="zh-CN" altLang="en-US"/>
              <a:t>鎻掑叆涓€涓渾褰紝澶嶅埗澶氫釜骞舵</a:t>
            </a:r>
            <a:r>
              <a:rPr lang="en-US" altLang="zh-CN"/>
              <a:t>í</a:t>
            </a:r>
            <a:r>
              <a:rPr lang="zh-CN" altLang="en-US"/>
              <a:t>鍚戞帓鍒楋紝褰㈡垚娉㈠嘲銆</a:t>
            </a:r>
            <a:r>
              <a:rPr lang="en-US" altLang="zh-CN"/>
              <a:t>?2. </a:t>
            </a:r>
            <a:r>
              <a:rPr lang="zh-CN" altLang="en-US"/>
              <a:t>鍦ㄦ尝宄颁笅鏂瑰姞涓€涓煩褰紝缁熶竴濉厖棰滆壊骞剁粍鍚堛€</a:t>
            </a:r>
            <a:r>
              <a:rPr lang="en-US" altLang="zh-CN"/>
              <a:t>?3. </a:t>
            </a:r>
            <a:r>
              <a:rPr lang="zh-CN" altLang="en-US"/>
              <a:t>澶嶅埗娉㈡氮缁勶紝姣忎竴椤靛悜宸</a:t>
            </a:r>
            <a:r>
              <a:rPr lang="en-US" altLang="zh-CN"/>
              <a:t>︽</a:t>
            </a:r>
            <a:r>
              <a:rPr lang="zh-CN" altLang="en-US"/>
              <a:t>垨鍚戝彸绉诲姩鍥哄畾璺濈銆</a:t>
            </a:r>
            <a:r>
              <a:rPr lang="en-US" altLang="zh-CN"/>
              <a:t>?4. </a:t>
            </a:r>
            <a:r>
              <a:rPr lang="zh-CN" altLang="en-US"/>
              <a:t>鍦ㄢ€滃垏鎹⑩€濅腑鍏抽棴鍗曞嚮鎹㈤</a:t>
            </a:r>
            <a:r>
              <a:rPr lang="en-US" altLang="zh-CN"/>
              <a:t>〉</a:t>
            </a:r>
            <a:r>
              <a:rPr lang="zh-CN" altLang="en-US"/>
              <a:t>锛岃缃嚜鍔ㄦ崲椤垫椂闂翠负 </a:t>
            </a:r>
            <a:r>
              <a:rPr lang="en-US" altLang="zh-CN"/>
              <a:t>0.35 </a:t>
            </a:r>
            <a:r>
              <a:rPr lang="zh-CN" altLang="en-US"/>
              <a:t>绉掋€</a:t>
            </a:r>
            <a:r>
              <a:rPr lang="en-US" altLang="zh-CN"/>
              <a:t>?5. </a:t>
            </a:r>
            <a:r>
              <a:rPr lang="zh-CN" altLang="en-US"/>
              <a:t>鎶婃渶鍚庝竴椤佃缃负寰幆鎾斁锛岄瑙堣繛缁繍鍔ㄦ晥鏋溿€</a:t>
            </a:r>
            <a:r>
              <a:rPr lang="en-US" altLang="zh-CN"/>
              <a:t>?
</a:t>
            </a:r>
            <a:r>
              <a:rPr lang="zh-CN" altLang="en-US"/>
              <a:t>鍙皟鍙傛暟
</a:t>
            </a:r>
            <a:r>
              <a:rPr lang="en-US" altLang="zh-CN"/>
              <a:t>- </a:t>
            </a:r>
            <a:r>
              <a:rPr lang="zh-CN" altLang="en-US"/>
              <a:t>绉诲姩璺濈锛氬喅瀹氭祦鍔ㄩ€熷害鍜岃繛缁€</a:t>
            </a:r>
            <a:r>
              <a:rPr lang="az-Cyrl-AZ" altLang="zh-CN"/>
              <a:t>с€?- </a:t>
            </a:r>
            <a:r>
              <a:rPr lang="zh-CN" altLang="en-US"/>
              <a:t>鑷姩鎹㈤</a:t>
            </a:r>
            <a:r>
              <a:rPr lang="en-US" altLang="zh-CN"/>
              <a:t>〉</a:t>
            </a:r>
            <a:r>
              <a:rPr lang="zh-CN" altLang="en-US"/>
              <a:t>鏃堕棿锛氳秺鐭秺蹇紝寤鸿 </a:t>
            </a:r>
            <a:r>
              <a:rPr lang="en-US" altLang="zh-CN"/>
              <a:t>0.25 </a:t>
            </a:r>
            <a:r>
              <a:rPr lang="zh-CN" altLang="en-US"/>
              <a:t>鍒</a:t>
            </a:r>
            <a:r>
              <a:rPr lang="en-US" altLang="zh-CN"/>
              <a:t>?0.60 </a:t>
            </a:r>
            <a:r>
              <a:rPr lang="zh-CN" altLang="en-US"/>
              <a:t>绉掍箣闂存祴璇曘€</a:t>
            </a:r>
            <a:r>
              <a:rPr lang="en-US" altLang="zh-CN"/>
              <a:t>?- </a:t>
            </a:r>
            <a:r>
              <a:rPr lang="zh-CN" altLang="en-US"/>
              <a:t>鍓嶅悗娉㈡氮鐨勯鑹层€侀€忔槑搴</a:t>
            </a:r>
            <a:r>
              <a:rPr lang="en-US" altLang="zh-CN"/>
              <a:t>﹀</a:t>
            </a:r>
            <a:r>
              <a:rPr lang="zh-CN" altLang="en-US"/>
              <a:t>拰鍨傜洿浣嶇疆锛氬喅瀹氬眰娆℃劅銆</a:t>
            </a:r>
            <a:r>
              <a:rPr lang="en-US" altLang="zh-CN"/>
              <a:t>?
</a:t>
            </a:r>
            <a:r>
              <a:rPr lang="zh-CN" altLang="en-US"/>
              <a:t>鍏煎鎬</a:t>
            </a:r>
            <a:r>
              <a:rPr lang="en-US" altLang="zh-CN"/>
              <a:t>?</a:t>
            </a:r>
            <a:r>
              <a:rPr lang="zh-CN" altLang="en-US"/>
              <a:t>鏈</a:t>
            </a:r>
            <a:r>
              <a:rPr lang="ja-JP" altLang="en-US"/>
              <a:t>ず</a:t>
            </a:r>
            <a:r>
              <a:rPr lang="zh-CN" altLang="en-US"/>
              <a:t>渚嬩娇鐢ㄥ彲缂栬緫褰㈢姸鍜岃嚜鍔ㄦ崲椤碉紝浼樺厛鑰冭檻 </a:t>
            </a:r>
            <a:r>
              <a:rPr lang="en-US" altLang="zh-CN"/>
              <a:t>PowerPoint </a:t>
            </a:r>
            <a:r>
              <a:rPr lang="zh-CN" altLang="en-US"/>
              <a:t>涓</a:t>
            </a:r>
            <a:r>
              <a:rPr lang="en-US" altLang="zh-CN"/>
              <a:t>?WPS </a:t>
            </a:r>
            <a:r>
              <a:rPr lang="zh-CN" altLang="en-US"/>
              <a:t>鎾斁鍏煎鎬</a:t>
            </a:r>
            <a:r>
              <a:rPr lang="az-Cyrl-AZ" altLang="zh-CN"/>
              <a:t>с€</a:t>
            </a:r>
            <a:r>
              <a:rPr lang="zh-CN" altLang="en-US"/>
              <a:t>傝鍦ㄧ洰鏍囩増鏈腑瀹為檯棰勮锛學</a:t>
            </a:r>
            <a:r>
              <a:rPr lang="en-US" altLang="zh-CN"/>
              <a:t>PS </a:t>
            </a:r>
            <a:r>
              <a:rPr lang="zh-CN" altLang="en-US"/>
              <a:t>瀵硅嚜鍔ㄦ崲椤靛拰寰幆鎾斁鐨勭粏鑺傚彲鑳藉瓨鍦ㄥ樊寮傘€</a:t>
            </a:r>
            <a:r>
              <a:rPr lang="en-US" altLang="zh-CN"/>
              <a:t>?
</a:t>
            </a:r>
            <a:r>
              <a:rPr lang="zh-CN" altLang="en-US"/>
              <a:t>鏉</a:t>
            </a:r>
            <a:r>
              <a:rPr lang="ja-JP" altLang="en-US"/>
              <a:t>ユ</a:t>
            </a:r>
            <a:r>
              <a:rPr lang="zh-CN" altLang="en-US"/>
              <a:t>簮
鍙傝€冩暀绋嬶細</a:t>
            </a:r>
            <a:r>
              <a:rPr lang="en-US" altLang="zh-CN"/>
              <a:t>PPT</a:t>
            </a:r>
            <a:r>
              <a:rPr lang="zh-CN" altLang="en-US"/>
              <a:t>鍒朵綔 </a:t>
            </a:r>
            <a:r>
              <a:rPr lang="en-US" altLang="zh-CN"/>
              <a:t>| </a:t>
            </a:r>
            <a:r>
              <a:rPr lang="zh-CN" altLang="en-US"/>
              <a:t>娴锋氮鍔ㄧ敾
浣滆€咃細鏄熺€氭枃鍖栬浠跺畾鍒</a:t>
            </a:r>
            <a:r>
              <a:rPr lang="en-US" altLang="zh-CN"/>
              <a:t>?</a:t>
            </a:r>
            <a:r>
              <a:rPr lang="zh-CN" altLang="en-US"/>
              <a:t>閾炬帴锛歨</a:t>
            </a:r>
            <a:r>
              <a:rPr lang="en-US" altLang="zh-CN"/>
              <a:t>ttps://www.bilibili.com/video/BV1kX4y1f7EX/
</a:t>
            </a:r>
            <a:r>
              <a:rPr lang="zh-CN" altLang="en-US"/>
              <a:t>鍙傝€冩棩鏈燂細</a:t>
            </a:r>
            <a:r>
              <a:rPr lang="en-US" altLang="zh-CN"/>
              <a:t>2026-09-13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B9F5D-4911-4C1C-99DD-37C633EFAE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756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娴锋氮娴佸姩鍔ㄧ敾锛氬埗浣滆鏄</a:t>
            </a:r>
            <a:r>
              <a:rPr lang="en-US" altLang="zh-CN"/>
              <a:t>?
</a:t>
            </a:r>
            <a:r>
              <a:rPr lang="zh-CN" altLang="en-US"/>
              <a:t>瑙嗚鍘熺悊
鐢ㄤ竴缁勯噸澶嶇殑鍦嗗舰娉㈠嘲鍜屽簳閮ㄧ煩褰㈢粍鎴愬彲缂栬緫鐨勬尝娴甫銆傛瘡涓€甯</a:t>
            </a:r>
            <a:r>
              <a:rPr lang="az-Cyrl-AZ" altLang="zh-CN"/>
              <a:t>у</a:t>
            </a:r>
            <a:r>
              <a:rPr lang="zh-CN" altLang="en-US"/>
              <a:t>彧鏀瑰彉娉㈡氮甯</a:t>
            </a:r>
            <a:r>
              <a:rPr lang="en-US" altLang="zh-CN"/>
              <a:t>︾</a:t>
            </a:r>
            <a:r>
              <a:rPr lang="zh-CN" altLang="en-US"/>
              <a:t>殑姘村钩浣嶇疆锛屽啀璁╅</a:t>
            </a:r>
            <a:r>
              <a:rPr lang="en-US" altLang="zh-CN"/>
              <a:t>〉</a:t>
            </a:r>
            <a:r>
              <a:rPr lang="zh-CN" altLang="en-US"/>
              <a:t>闈㈡寜鏃堕棿鑷姩鎺ㄨ繘锛屽氨鑳戒骇鐢熻繛缁祦鍔ㄧ殑鎰熻銆</a:t>
            </a:r>
            <a:r>
              <a:rPr lang="en-US" altLang="zh-CN"/>
              <a:t>?
</a:t>
            </a:r>
            <a:r>
              <a:rPr lang="zh-CN" altLang="en-US"/>
              <a:t>澶嶇幇姝</a:t>
            </a:r>
            <a:r>
              <a:rPr lang="ja-JP" altLang="en-US"/>
              <a:t>ラ
</a:t>
            </a:r>
            <a:r>
              <a:rPr lang="en-US" altLang="ja-JP"/>
              <a:t>1. </a:t>
            </a:r>
            <a:r>
              <a:rPr lang="zh-CN" altLang="en-US"/>
              <a:t>鎻掑叆涓€涓渾褰紝澶嶅埗澶氫釜骞舵</a:t>
            </a:r>
            <a:r>
              <a:rPr lang="en-US" altLang="zh-CN"/>
              <a:t>í</a:t>
            </a:r>
            <a:r>
              <a:rPr lang="zh-CN" altLang="en-US"/>
              <a:t>鍚戞帓鍒楋紝褰㈡垚娉㈠嘲銆</a:t>
            </a:r>
            <a:r>
              <a:rPr lang="en-US" altLang="zh-CN"/>
              <a:t>?2. </a:t>
            </a:r>
            <a:r>
              <a:rPr lang="zh-CN" altLang="en-US"/>
              <a:t>鍦ㄦ尝宄颁笅鏂瑰姞涓€涓煩褰紝缁熶竴濉厖棰滆壊骞剁粍鍚堛€</a:t>
            </a:r>
            <a:r>
              <a:rPr lang="en-US" altLang="zh-CN"/>
              <a:t>?3. </a:t>
            </a:r>
            <a:r>
              <a:rPr lang="zh-CN" altLang="en-US"/>
              <a:t>澶嶅埗娉㈡氮缁勶紝姣忎竴椤靛悜宸</a:t>
            </a:r>
            <a:r>
              <a:rPr lang="en-US" altLang="zh-CN"/>
              <a:t>︽</a:t>
            </a:r>
            <a:r>
              <a:rPr lang="zh-CN" altLang="en-US"/>
              <a:t>垨鍚戝彸绉诲姩鍥哄畾璺濈銆</a:t>
            </a:r>
            <a:r>
              <a:rPr lang="en-US" altLang="zh-CN"/>
              <a:t>?4. </a:t>
            </a:r>
            <a:r>
              <a:rPr lang="zh-CN" altLang="en-US"/>
              <a:t>鍦ㄢ€滃垏鎹⑩€濅腑鍏抽棴鍗曞嚮鎹㈤</a:t>
            </a:r>
            <a:r>
              <a:rPr lang="en-US" altLang="zh-CN"/>
              <a:t>〉</a:t>
            </a:r>
            <a:r>
              <a:rPr lang="zh-CN" altLang="en-US"/>
              <a:t>锛岃缃嚜鍔ㄦ崲椤垫椂闂翠负 </a:t>
            </a:r>
            <a:r>
              <a:rPr lang="en-US" altLang="zh-CN"/>
              <a:t>0.35 </a:t>
            </a:r>
            <a:r>
              <a:rPr lang="zh-CN" altLang="en-US"/>
              <a:t>绉掋€</a:t>
            </a:r>
            <a:r>
              <a:rPr lang="en-US" altLang="zh-CN"/>
              <a:t>?5. </a:t>
            </a:r>
            <a:r>
              <a:rPr lang="zh-CN" altLang="en-US"/>
              <a:t>鎶婃渶鍚庝竴椤佃缃负寰幆鎾斁锛岄瑙堣繛缁繍鍔ㄦ晥鏋溿€</a:t>
            </a:r>
            <a:r>
              <a:rPr lang="en-US" altLang="zh-CN"/>
              <a:t>?
</a:t>
            </a:r>
            <a:r>
              <a:rPr lang="zh-CN" altLang="en-US"/>
              <a:t>鍙皟鍙傛暟
</a:t>
            </a:r>
            <a:r>
              <a:rPr lang="en-US" altLang="zh-CN"/>
              <a:t>- </a:t>
            </a:r>
            <a:r>
              <a:rPr lang="zh-CN" altLang="en-US"/>
              <a:t>绉诲姩璺濈锛氬喅瀹氭祦鍔ㄩ€熷害鍜岃繛缁€</a:t>
            </a:r>
            <a:r>
              <a:rPr lang="az-Cyrl-AZ" altLang="zh-CN"/>
              <a:t>с€?- </a:t>
            </a:r>
            <a:r>
              <a:rPr lang="zh-CN" altLang="en-US"/>
              <a:t>鑷姩鎹㈤</a:t>
            </a:r>
            <a:r>
              <a:rPr lang="en-US" altLang="zh-CN"/>
              <a:t>〉</a:t>
            </a:r>
            <a:r>
              <a:rPr lang="zh-CN" altLang="en-US"/>
              <a:t>鏃堕棿锛氳秺鐭秺蹇紝寤鸿 </a:t>
            </a:r>
            <a:r>
              <a:rPr lang="en-US" altLang="zh-CN"/>
              <a:t>0.25 </a:t>
            </a:r>
            <a:r>
              <a:rPr lang="zh-CN" altLang="en-US"/>
              <a:t>鍒</a:t>
            </a:r>
            <a:r>
              <a:rPr lang="en-US" altLang="zh-CN"/>
              <a:t>?0.60 </a:t>
            </a:r>
            <a:r>
              <a:rPr lang="zh-CN" altLang="en-US"/>
              <a:t>绉掍箣闂存祴璇曘€</a:t>
            </a:r>
            <a:r>
              <a:rPr lang="en-US" altLang="zh-CN"/>
              <a:t>?- </a:t>
            </a:r>
            <a:r>
              <a:rPr lang="zh-CN" altLang="en-US"/>
              <a:t>鍓嶅悗娉㈡氮鐨勯鑹层€侀€忔槑搴</a:t>
            </a:r>
            <a:r>
              <a:rPr lang="en-US" altLang="zh-CN"/>
              <a:t>﹀</a:t>
            </a:r>
            <a:r>
              <a:rPr lang="zh-CN" altLang="en-US"/>
              <a:t>拰鍨傜洿浣嶇疆锛氬喅瀹氬眰娆℃劅銆</a:t>
            </a:r>
            <a:r>
              <a:rPr lang="en-US" altLang="zh-CN"/>
              <a:t>?
</a:t>
            </a:r>
            <a:r>
              <a:rPr lang="zh-CN" altLang="en-US"/>
              <a:t>鍏煎鎬</a:t>
            </a:r>
            <a:r>
              <a:rPr lang="en-US" altLang="zh-CN"/>
              <a:t>?</a:t>
            </a:r>
            <a:r>
              <a:rPr lang="zh-CN" altLang="en-US"/>
              <a:t>鏈</a:t>
            </a:r>
            <a:r>
              <a:rPr lang="ja-JP" altLang="en-US"/>
              <a:t>ず</a:t>
            </a:r>
            <a:r>
              <a:rPr lang="zh-CN" altLang="en-US"/>
              <a:t>渚嬩娇鐢ㄥ彲缂栬緫褰㈢姸鍜岃嚜鍔ㄦ崲椤碉紝浼樺厛鑰冭檻 </a:t>
            </a:r>
            <a:r>
              <a:rPr lang="en-US" altLang="zh-CN"/>
              <a:t>PowerPoint </a:t>
            </a:r>
            <a:r>
              <a:rPr lang="zh-CN" altLang="en-US"/>
              <a:t>涓</a:t>
            </a:r>
            <a:r>
              <a:rPr lang="en-US" altLang="zh-CN"/>
              <a:t>?WPS </a:t>
            </a:r>
            <a:r>
              <a:rPr lang="zh-CN" altLang="en-US"/>
              <a:t>鎾斁鍏煎鎬</a:t>
            </a:r>
            <a:r>
              <a:rPr lang="az-Cyrl-AZ" altLang="zh-CN"/>
              <a:t>с€</a:t>
            </a:r>
            <a:r>
              <a:rPr lang="zh-CN" altLang="en-US"/>
              <a:t>傝鍦ㄧ洰鏍囩増鏈腑瀹為檯棰勮锛學</a:t>
            </a:r>
            <a:r>
              <a:rPr lang="en-US" altLang="zh-CN"/>
              <a:t>PS </a:t>
            </a:r>
            <a:r>
              <a:rPr lang="zh-CN" altLang="en-US"/>
              <a:t>瀵硅嚜鍔ㄦ崲椤靛拰寰幆鎾斁鐨勭粏鑺傚彲鑳藉瓨鍦ㄥ樊寮傘€</a:t>
            </a:r>
            <a:r>
              <a:rPr lang="en-US" altLang="zh-CN"/>
              <a:t>?
</a:t>
            </a:r>
            <a:r>
              <a:rPr lang="zh-CN" altLang="en-US"/>
              <a:t>鏉</a:t>
            </a:r>
            <a:r>
              <a:rPr lang="ja-JP" altLang="en-US"/>
              <a:t>ユ</a:t>
            </a:r>
            <a:r>
              <a:rPr lang="zh-CN" altLang="en-US"/>
              <a:t>簮
鍙傝€冩暀绋嬶細</a:t>
            </a:r>
            <a:r>
              <a:rPr lang="en-US" altLang="zh-CN"/>
              <a:t>PPT</a:t>
            </a:r>
            <a:r>
              <a:rPr lang="zh-CN" altLang="en-US"/>
              <a:t>鍒朵綔 </a:t>
            </a:r>
            <a:r>
              <a:rPr lang="en-US" altLang="zh-CN"/>
              <a:t>| </a:t>
            </a:r>
            <a:r>
              <a:rPr lang="zh-CN" altLang="en-US"/>
              <a:t>娴锋氮鍔ㄧ敾
浣滆€咃細鏄熺€氭枃鍖栬浠跺畾鍒</a:t>
            </a:r>
            <a:r>
              <a:rPr lang="en-US" altLang="zh-CN"/>
              <a:t>?</a:t>
            </a:r>
            <a:r>
              <a:rPr lang="zh-CN" altLang="en-US"/>
              <a:t>閾炬帴锛歨</a:t>
            </a:r>
            <a:r>
              <a:rPr lang="en-US" altLang="zh-CN"/>
              <a:t>ttps://www.bilibili.com/video/BV1kX4y1f7EX/
</a:t>
            </a:r>
            <a:r>
              <a:rPr lang="zh-CN" altLang="en-US"/>
              <a:t>鍙傝€冩棩鏈燂細</a:t>
            </a:r>
            <a:r>
              <a:rPr lang="en-US" altLang="zh-CN"/>
              <a:t>2026-09-13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B9F5D-4911-4C1C-99DD-37C633EFAE6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440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娴锋氮娴佸姩鍔ㄧ敾锛氬埗浣滆鏄</a:t>
            </a:r>
            <a:r>
              <a:rPr lang="en-US" altLang="zh-CN"/>
              <a:t>?
</a:t>
            </a:r>
            <a:r>
              <a:rPr lang="zh-CN" altLang="en-US"/>
              <a:t>瑙嗚鍘熺悊
鐢ㄤ竴缁勯噸澶嶇殑鍦嗗舰娉㈠嘲鍜屽簳閮ㄧ煩褰㈢粍鎴愬彲缂栬緫鐨勬尝娴甫銆傛瘡涓€甯</a:t>
            </a:r>
            <a:r>
              <a:rPr lang="az-Cyrl-AZ" altLang="zh-CN"/>
              <a:t>у</a:t>
            </a:r>
            <a:r>
              <a:rPr lang="zh-CN" altLang="en-US"/>
              <a:t>彧鏀瑰彉娉㈡氮甯</a:t>
            </a:r>
            <a:r>
              <a:rPr lang="en-US" altLang="zh-CN"/>
              <a:t>︾</a:t>
            </a:r>
            <a:r>
              <a:rPr lang="zh-CN" altLang="en-US"/>
              <a:t>殑姘村钩浣嶇疆锛屽啀璁╅</a:t>
            </a:r>
            <a:r>
              <a:rPr lang="en-US" altLang="zh-CN"/>
              <a:t>〉</a:t>
            </a:r>
            <a:r>
              <a:rPr lang="zh-CN" altLang="en-US"/>
              <a:t>闈㈡寜鏃堕棿鑷姩鎺ㄨ繘锛屽氨鑳戒骇鐢熻繛缁祦鍔ㄧ殑鎰熻銆</a:t>
            </a:r>
            <a:r>
              <a:rPr lang="en-US" altLang="zh-CN"/>
              <a:t>?
</a:t>
            </a:r>
            <a:r>
              <a:rPr lang="zh-CN" altLang="en-US"/>
              <a:t>澶嶇幇姝</a:t>
            </a:r>
            <a:r>
              <a:rPr lang="ja-JP" altLang="en-US"/>
              <a:t>ラ
</a:t>
            </a:r>
            <a:r>
              <a:rPr lang="en-US" altLang="ja-JP"/>
              <a:t>1. </a:t>
            </a:r>
            <a:r>
              <a:rPr lang="zh-CN" altLang="en-US"/>
              <a:t>鎻掑叆涓€涓渾褰紝澶嶅埗澶氫釜骞舵</a:t>
            </a:r>
            <a:r>
              <a:rPr lang="en-US" altLang="zh-CN"/>
              <a:t>í</a:t>
            </a:r>
            <a:r>
              <a:rPr lang="zh-CN" altLang="en-US"/>
              <a:t>鍚戞帓鍒楋紝褰㈡垚娉㈠嘲銆</a:t>
            </a:r>
            <a:r>
              <a:rPr lang="en-US" altLang="zh-CN"/>
              <a:t>?2. </a:t>
            </a:r>
            <a:r>
              <a:rPr lang="zh-CN" altLang="en-US"/>
              <a:t>鍦ㄦ尝宄颁笅鏂瑰姞涓€涓煩褰紝缁熶竴濉厖棰滆壊骞剁粍鍚堛€</a:t>
            </a:r>
            <a:r>
              <a:rPr lang="en-US" altLang="zh-CN"/>
              <a:t>?3. </a:t>
            </a:r>
            <a:r>
              <a:rPr lang="zh-CN" altLang="en-US"/>
              <a:t>澶嶅埗娉㈡氮缁勶紝姣忎竴椤靛悜宸</a:t>
            </a:r>
            <a:r>
              <a:rPr lang="en-US" altLang="zh-CN"/>
              <a:t>︽</a:t>
            </a:r>
            <a:r>
              <a:rPr lang="zh-CN" altLang="en-US"/>
              <a:t>垨鍚戝彸绉诲姩鍥哄畾璺濈銆</a:t>
            </a:r>
            <a:r>
              <a:rPr lang="en-US" altLang="zh-CN"/>
              <a:t>?4. </a:t>
            </a:r>
            <a:r>
              <a:rPr lang="zh-CN" altLang="en-US"/>
              <a:t>鍦ㄢ€滃垏鎹⑩€濅腑鍏抽棴鍗曞嚮鎹㈤</a:t>
            </a:r>
            <a:r>
              <a:rPr lang="en-US" altLang="zh-CN"/>
              <a:t>〉</a:t>
            </a:r>
            <a:r>
              <a:rPr lang="zh-CN" altLang="en-US"/>
              <a:t>锛岃缃嚜鍔ㄦ崲椤垫椂闂翠负 </a:t>
            </a:r>
            <a:r>
              <a:rPr lang="en-US" altLang="zh-CN"/>
              <a:t>0.35 </a:t>
            </a:r>
            <a:r>
              <a:rPr lang="zh-CN" altLang="en-US"/>
              <a:t>绉掋€</a:t>
            </a:r>
            <a:r>
              <a:rPr lang="en-US" altLang="zh-CN"/>
              <a:t>?5. </a:t>
            </a:r>
            <a:r>
              <a:rPr lang="zh-CN" altLang="en-US"/>
              <a:t>鎶婃渶鍚庝竴椤佃缃负寰幆鎾斁锛岄瑙堣繛缁繍鍔ㄦ晥鏋溿€</a:t>
            </a:r>
            <a:r>
              <a:rPr lang="en-US" altLang="zh-CN"/>
              <a:t>?
</a:t>
            </a:r>
            <a:r>
              <a:rPr lang="zh-CN" altLang="en-US"/>
              <a:t>鍙皟鍙傛暟
</a:t>
            </a:r>
            <a:r>
              <a:rPr lang="en-US" altLang="zh-CN"/>
              <a:t>- </a:t>
            </a:r>
            <a:r>
              <a:rPr lang="zh-CN" altLang="en-US"/>
              <a:t>绉诲姩璺濈锛氬喅瀹氭祦鍔ㄩ€熷害鍜岃繛缁€</a:t>
            </a:r>
            <a:r>
              <a:rPr lang="az-Cyrl-AZ" altLang="zh-CN"/>
              <a:t>с€?- </a:t>
            </a:r>
            <a:r>
              <a:rPr lang="zh-CN" altLang="en-US"/>
              <a:t>鑷姩鎹㈤</a:t>
            </a:r>
            <a:r>
              <a:rPr lang="en-US" altLang="zh-CN"/>
              <a:t>〉</a:t>
            </a:r>
            <a:r>
              <a:rPr lang="zh-CN" altLang="en-US"/>
              <a:t>鏃堕棿锛氳秺鐭秺蹇紝寤鸿 </a:t>
            </a:r>
            <a:r>
              <a:rPr lang="en-US" altLang="zh-CN"/>
              <a:t>0.25 </a:t>
            </a:r>
            <a:r>
              <a:rPr lang="zh-CN" altLang="en-US"/>
              <a:t>鍒</a:t>
            </a:r>
            <a:r>
              <a:rPr lang="en-US" altLang="zh-CN"/>
              <a:t>?0.60 </a:t>
            </a:r>
            <a:r>
              <a:rPr lang="zh-CN" altLang="en-US"/>
              <a:t>绉掍箣闂存祴璇曘€</a:t>
            </a:r>
            <a:r>
              <a:rPr lang="en-US" altLang="zh-CN"/>
              <a:t>?- </a:t>
            </a:r>
            <a:r>
              <a:rPr lang="zh-CN" altLang="en-US"/>
              <a:t>鍓嶅悗娉㈡氮鐨勯鑹层€侀€忔槑搴</a:t>
            </a:r>
            <a:r>
              <a:rPr lang="en-US" altLang="zh-CN"/>
              <a:t>﹀</a:t>
            </a:r>
            <a:r>
              <a:rPr lang="zh-CN" altLang="en-US"/>
              <a:t>拰鍨傜洿浣嶇疆锛氬喅瀹氬眰娆℃劅銆</a:t>
            </a:r>
            <a:r>
              <a:rPr lang="en-US" altLang="zh-CN"/>
              <a:t>?
</a:t>
            </a:r>
            <a:r>
              <a:rPr lang="zh-CN" altLang="en-US"/>
              <a:t>鍏煎鎬</a:t>
            </a:r>
            <a:r>
              <a:rPr lang="en-US" altLang="zh-CN"/>
              <a:t>?</a:t>
            </a:r>
            <a:r>
              <a:rPr lang="zh-CN" altLang="en-US"/>
              <a:t>鏈</a:t>
            </a:r>
            <a:r>
              <a:rPr lang="ja-JP" altLang="en-US"/>
              <a:t>ず</a:t>
            </a:r>
            <a:r>
              <a:rPr lang="zh-CN" altLang="en-US"/>
              <a:t>渚嬩娇鐢ㄥ彲缂栬緫褰㈢姸鍜岃嚜鍔ㄦ崲椤碉紝浼樺厛鑰冭檻 </a:t>
            </a:r>
            <a:r>
              <a:rPr lang="en-US" altLang="zh-CN"/>
              <a:t>PowerPoint </a:t>
            </a:r>
            <a:r>
              <a:rPr lang="zh-CN" altLang="en-US"/>
              <a:t>涓</a:t>
            </a:r>
            <a:r>
              <a:rPr lang="en-US" altLang="zh-CN"/>
              <a:t>?WPS </a:t>
            </a:r>
            <a:r>
              <a:rPr lang="zh-CN" altLang="en-US"/>
              <a:t>鎾斁鍏煎鎬</a:t>
            </a:r>
            <a:r>
              <a:rPr lang="az-Cyrl-AZ" altLang="zh-CN"/>
              <a:t>с€</a:t>
            </a:r>
            <a:r>
              <a:rPr lang="zh-CN" altLang="en-US"/>
              <a:t>傝鍦ㄧ洰鏍囩増鏈腑瀹為檯棰勮锛學</a:t>
            </a:r>
            <a:r>
              <a:rPr lang="en-US" altLang="zh-CN"/>
              <a:t>PS </a:t>
            </a:r>
            <a:r>
              <a:rPr lang="zh-CN" altLang="en-US"/>
              <a:t>瀵硅嚜鍔ㄦ崲椤靛拰寰幆鎾斁鐨勭粏鑺傚彲鑳藉瓨鍦ㄥ樊寮傘€</a:t>
            </a:r>
            <a:r>
              <a:rPr lang="en-US" altLang="zh-CN"/>
              <a:t>?
</a:t>
            </a:r>
            <a:r>
              <a:rPr lang="zh-CN" altLang="en-US"/>
              <a:t>鏉</a:t>
            </a:r>
            <a:r>
              <a:rPr lang="ja-JP" altLang="en-US"/>
              <a:t>ユ</a:t>
            </a:r>
            <a:r>
              <a:rPr lang="zh-CN" altLang="en-US"/>
              <a:t>簮
鍙傝€冩暀绋嬶細</a:t>
            </a:r>
            <a:r>
              <a:rPr lang="en-US" altLang="zh-CN"/>
              <a:t>PPT</a:t>
            </a:r>
            <a:r>
              <a:rPr lang="zh-CN" altLang="en-US"/>
              <a:t>鍒朵綔 </a:t>
            </a:r>
            <a:r>
              <a:rPr lang="en-US" altLang="zh-CN"/>
              <a:t>| </a:t>
            </a:r>
            <a:r>
              <a:rPr lang="zh-CN" altLang="en-US"/>
              <a:t>娴锋氮鍔ㄧ敾
浣滆€咃細鏄熺€氭枃鍖栬浠跺畾鍒</a:t>
            </a:r>
            <a:r>
              <a:rPr lang="en-US" altLang="zh-CN"/>
              <a:t>?</a:t>
            </a:r>
            <a:r>
              <a:rPr lang="zh-CN" altLang="en-US"/>
              <a:t>閾炬帴锛歨</a:t>
            </a:r>
            <a:r>
              <a:rPr lang="en-US" altLang="zh-CN"/>
              <a:t>ttps://www.bilibili.com/video/BV1kX4y1f7EX/
</a:t>
            </a:r>
            <a:r>
              <a:rPr lang="zh-CN" altLang="en-US"/>
              <a:t>鍙傝€冩棩鏈燂細</a:t>
            </a:r>
            <a:r>
              <a:rPr lang="en-US" altLang="zh-CN"/>
              <a:t>2026-09-13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B9F5D-4911-4C1C-99DD-37C633EFAE6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409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娴锋氮娴佸姩鍔ㄧ敾锛氬埗浣滆鏄</a:t>
            </a:r>
            <a:r>
              <a:rPr lang="en-US" altLang="zh-CN"/>
              <a:t>?
</a:t>
            </a:r>
            <a:r>
              <a:rPr lang="zh-CN" altLang="en-US"/>
              <a:t>瑙嗚鍘熺悊
鐢ㄤ竴缁勯噸澶嶇殑鍦嗗舰娉㈠嘲鍜屽簳閮ㄧ煩褰㈢粍鎴愬彲缂栬緫鐨勬尝娴甫銆傛瘡涓€甯</a:t>
            </a:r>
            <a:r>
              <a:rPr lang="az-Cyrl-AZ" altLang="zh-CN"/>
              <a:t>у</a:t>
            </a:r>
            <a:r>
              <a:rPr lang="zh-CN" altLang="en-US"/>
              <a:t>彧鏀瑰彉娉㈡氮甯</a:t>
            </a:r>
            <a:r>
              <a:rPr lang="en-US" altLang="zh-CN"/>
              <a:t>︾</a:t>
            </a:r>
            <a:r>
              <a:rPr lang="zh-CN" altLang="en-US"/>
              <a:t>殑姘村钩浣嶇疆锛屽啀璁╅</a:t>
            </a:r>
            <a:r>
              <a:rPr lang="en-US" altLang="zh-CN"/>
              <a:t>〉</a:t>
            </a:r>
            <a:r>
              <a:rPr lang="zh-CN" altLang="en-US"/>
              <a:t>闈㈡寜鏃堕棿鑷姩鎺ㄨ繘锛屽氨鑳戒骇鐢熻繛缁祦鍔ㄧ殑鎰熻銆</a:t>
            </a:r>
            <a:r>
              <a:rPr lang="en-US" altLang="zh-CN"/>
              <a:t>?
</a:t>
            </a:r>
            <a:r>
              <a:rPr lang="zh-CN" altLang="en-US"/>
              <a:t>澶嶇幇姝</a:t>
            </a:r>
            <a:r>
              <a:rPr lang="ja-JP" altLang="en-US"/>
              <a:t>ラ
</a:t>
            </a:r>
            <a:r>
              <a:rPr lang="en-US" altLang="ja-JP"/>
              <a:t>1. </a:t>
            </a:r>
            <a:r>
              <a:rPr lang="zh-CN" altLang="en-US"/>
              <a:t>鎻掑叆涓€涓渾褰紝澶嶅埗澶氫釜骞舵</a:t>
            </a:r>
            <a:r>
              <a:rPr lang="en-US" altLang="zh-CN"/>
              <a:t>í</a:t>
            </a:r>
            <a:r>
              <a:rPr lang="zh-CN" altLang="en-US"/>
              <a:t>鍚戞帓鍒楋紝褰㈡垚娉㈠嘲銆</a:t>
            </a:r>
            <a:r>
              <a:rPr lang="en-US" altLang="zh-CN"/>
              <a:t>?2. </a:t>
            </a:r>
            <a:r>
              <a:rPr lang="zh-CN" altLang="en-US"/>
              <a:t>鍦ㄦ尝宄颁笅鏂瑰姞涓€涓煩褰紝缁熶竴濉厖棰滆壊骞剁粍鍚堛€</a:t>
            </a:r>
            <a:r>
              <a:rPr lang="en-US" altLang="zh-CN"/>
              <a:t>?3. </a:t>
            </a:r>
            <a:r>
              <a:rPr lang="zh-CN" altLang="en-US"/>
              <a:t>澶嶅埗娉㈡氮缁勶紝姣忎竴椤靛悜宸</a:t>
            </a:r>
            <a:r>
              <a:rPr lang="en-US" altLang="zh-CN"/>
              <a:t>︽</a:t>
            </a:r>
            <a:r>
              <a:rPr lang="zh-CN" altLang="en-US"/>
              <a:t>垨鍚戝彸绉诲姩鍥哄畾璺濈銆</a:t>
            </a:r>
            <a:r>
              <a:rPr lang="en-US" altLang="zh-CN"/>
              <a:t>?4. </a:t>
            </a:r>
            <a:r>
              <a:rPr lang="zh-CN" altLang="en-US"/>
              <a:t>鍦ㄢ€滃垏鎹⑩€濅腑鍏抽棴鍗曞嚮鎹㈤</a:t>
            </a:r>
            <a:r>
              <a:rPr lang="en-US" altLang="zh-CN"/>
              <a:t>〉</a:t>
            </a:r>
            <a:r>
              <a:rPr lang="zh-CN" altLang="en-US"/>
              <a:t>锛岃缃嚜鍔ㄦ崲椤垫椂闂翠负 </a:t>
            </a:r>
            <a:r>
              <a:rPr lang="en-US" altLang="zh-CN"/>
              <a:t>0.35 </a:t>
            </a:r>
            <a:r>
              <a:rPr lang="zh-CN" altLang="en-US"/>
              <a:t>绉掋€</a:t>
            </a:r>
            <a:r>
              <a:rPr lang="en-US" altLang="zh-CN"/>
              <a:t>?5. </a:t>
            </a:r>
            <a:r>
              <a:rPr lang="zh-CN" altLang="en-US"/>
              <a:t>鎶婃渶鍚庝竴椤佃缃负寰幆鎾斁锛岄瑙堣繛缁繍鍔ㄦ晥鏋溿€</a:t>
            </a:r>
            <a:r>
              <a:rPr lang="en-US" altLang="zh-CN"/>
              <a:t>?
</a:t>
            </a:r>
            <a:r>
              <a:rPr lang="zh-CN" altLang="en-US"/>
              <a:t>鍙皟鍙傛暟
</a:t>
            </a:r>
            <a:r>
              <a:rPr lang="en-US" altLang="zh-CN"/>
              <a:t>- </a:t>
            </a:r>
            <a:r>
              <a:rPr lang="zh-CN" altLang="en-US"/>
              <a:t>绉诲姩璺濈锛氬喅瀹氭祦鍔ㄩ€熷害鍜岃繛缁€</a:t>
            </a:r>
            <a:r>
              <a:rPr lang="az-Cyrl-AZ" altLang="zh-CN"/>
              <a:t>с€?- </a:t>
            </a:r>
            <a:r>
              <a:rPr lang="zh-CN" altLang="en-US"/>
              <a:t>鑷姩鎹㈤</a:t>
            </a:r>
            <a:r>
              <a:rPr lang="en-US" altLang="zh-CN"/>
              <a:t>〉</a:t>
            </a:r>
            <a:r>
              <a:rPr lang="zh-CN" altLang="en-US"/>
              <a:t>鏃堕棿锛氳秺鐭秺蹇紝寤鸿 </a:t>
            </a:r>
            <a:r>
              <a:rPr lang="en-US" altLang="zh-CN"/>
              <a:t>0.25 </a:t>
            </a:r>
            <a:r>
              <a:rPr lang="zh-CN" altLang="en-US"/>
              <a:t>鍒</a:t>
            </a:r>
            <a:r>
              <a:rPr lang="en-US" altLang="zh-CN"/>
              <a:t>?0.60 </a:t>
            </a:r>
            <a:r>
              <a:rPr lang="zh-CN" altLang="en-US"/>
              <a:t>绉掍箣闂存祴璇曘€</a:t>
            </a:r>
            <a:r>
              <a:rPr lang="en-US" altLang="zh-CN"/>
              <a:t>?- </a:t>
            </a:r>
            <a:r>
              <a:rPr lang="zh-CN" altLang="en-US"/>
              <a:t>鍓嶅悗娉㈡氮鐨勯鑹层€侀€忔槑搴</a:t>
            </a:r>
            <a:r>
              <a:rPr lang="en-US" altLang="zh-CN"/>
              <a:t>﹀</a:t>
            </a:r>
            <a:r>
              <a:rPr lang="zh-CN" altLang="en-US"/>
              <a:t>拰鍨傜洿浣嶇疆锛氬喅瀹氬眰娆℃劅銆</a:t>
            </a:r>
            <a:r>
              <a:rPr lang="en-US" altLang="zh-CN"/>
              <a:t>?
</a:t>
            </a:r>
            <a:r>
              <a:rPr lang="zh-CN" altLang="en-US"/>
              <a:t>鍏煎鎬</a:t>
            </a:r>
            <a:r>
              <a:rPr lang="en-US" altLang="zh-CN"/>
              <a:t>?</a:t>
            </a:r>
            <a:r>
              <a:rPr lang="zh-CN" altLang="en-US"/>
              <a:t>鏈</a:t>
            </a:r>
            <a:r>
              <a:rPr lang="ja-JP" altLang="en-US"/>
              <a:t>ず</a:t>
            </a:r>
            <a:r>
              <a:rPr lang="zh-CN" altLang="en-US"/>
              <a:t>渚嬩娇鐢ㄥ彲缂栬緫褰㈢姸鍜岃嚜鍔ㄦ崲椤碉紝浼樺厛鑰冭檻 </a:t>
            </a:r>
            <a:r>
              <a:rPr lang="en-US" altLang="zh-CN"/>
              <a:t>PowerPoint </a:t>
            </a:r>
            <a:r>
              <a:rPr lang="zh-CN" altLang="en-US"/>
              <a:t>涓</a:t>
            </a:r>
            <a:r>
              <a:rPr lang="en-US" altLang="zh-CN"/>
              <a:t>?WPS </a:t>
            </a:r>
            <a:r>
              <a:rPr lang="zh-CN" altLang="en-US"/>
              <a:t>鎾斁鍏煎鎬</a:t>
            </a:r>
            <a:r>
              <a:rPr lang="az-Cyrl-AZ" altLang="zh-CN"/>
              <a:t>с€</a:t>
            </a:r>
            <a:r>
              <a:rPr lang="zh-CN" altLang="en-US"/>
              <a:t>傝鍦ㄧ洰鏍囩増鏈腑瀹為檯棰勮锛學</a:t>
            </a:r>
            <a:r>
              <a:rPr lang="en-US" altLang="zh-CN"/>
              <a:t>PS </a:t>
            </a:r>
            <a:r>
              <a:rPr lang="zh-CN" altLang="en-US"/>
              <a:t>瀵硅嚜鍔ㄦ崲椤靛拰寰幆鎾斁鐨勭粏鑺傚彲鑳藉瓨鍦ㄥ樊寮傘€</a:t>
            </a:r>
            <a:r>
              <a:rPr lang="en-US" altLang="zh-CN"/>
              <a:t>?
</a:t>
            </a:r>
            <a:r>
              <a:rPr lang="zh-CN" altLang="en-US"/>
              <a:t>鏉</a:t>
            </a:r>
            <a:r>
              <a:rPr lang="ja-JP" altLang="en-US"/>
              <a:t>ユ</a:t>
            </a:r>
            <a:r>
              <a:rPr lang="zh-CN" altLang="en-US"/>
              <a:t>簮
鍙傝€冩暀绋嬶細</a:t>
            </a:r>
            <a:r>
              <a:rPr lang="en-US" altLang="zh-CN"/>
              <a:t>PPT</a:t>
            </a:r>
            <a:r>
              <a:rPr lang="zh-CN" altLang="en-US"/>
              <a:t>鍒朵綔 </a:t>
            </a:r>
            <a:r>
              <a:rPr lang="en-US" altLang="zh-CN"/>
              <a:t>| </a:t>
            </a:r>
            <a:r>
              <a:rPr lang="zh-CN" altLang="en-US"/>
              <a:t>娴锋氮鍔ㄧ敾
浣滆€咃細鏄熺€氭枃鍖栬浠跺畾鍒</a:t>
            </a:r>
            <a:r>
              <a:rPr lang="en-US" altLang="zh-CN"/>
              <a:t>?</a:t>
            </a:r>
            <a:r>
              <a:rPr lang="zh-CN" altLang="en-US"/>
              <a:t>閾炬帴锛歨</a:t>
            </a:r>
            <a:r>
              <a:rPr lang="en-US" altLang="zh-CN"/>
              <a:t>ttps://www.bilibili.com/video/BV1kX4y1f7EX/
</a:t>
            </a:r>
            <a:r>
              <a:rPr lang="zh-CN" altLang="en-US"/>
              <a:t>鍙傝€冩棩鏈燂細</a:t>
            </a:r>
            <a:r>
              <a:rPr lang="en-US" altLang="zh-CN"/>
              <a:t>2026-09-13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B9F5D-4911-4C1C-99DD-37C633EFAE6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68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80F42-2453-9E15-DE8C-D1D63C563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63A139-07DC-8BE8-8D5A-781150650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241A6E-C2D6-8BC7-4247-B1B15E28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D839F-0C53-B83E-F1B9-279A5409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8EC2C-AE66-6D62-5585-6A622FF61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57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05BD3-4759-547C-4F0A-A29671E99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E24BAE-78DF-A107-F3FA-0B18CEDBA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55BD25-D94C-8359-F980-106D5FC5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D5839D-E78C-4FCE-6A73-0C963431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6BCB87-26B2-BC3C-B22D-E72EFF68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978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4DCDC-E138-2249-AAA5-FA38A9F46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BF3DC7-948E-5382-CBDC-644FDD082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3A89FE-EEA9-91AA-EA80-A9C28FA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D1960B-CF09-B0AE-7A05-547568F5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84E56B-44B1-1C1B-12F7-5A13A4DF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05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A72BB2-EC9C-1955-ED20-B346CA0F9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6139C-34B6-318E-A3D4-651ACB4D6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FEFBD6-45C9-5CE3-DADC-7406A1545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C69A31-2C86-0931-FF09-D8731AD7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A343A8-A455-FB53-8C6D-B8CF3B5F9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FA293F-EFD3-FA5C-0B52-3913716A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35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2BBB1-9903-9042-1B73-9C47AED8C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64FE42-7B95-2BE6-9481-4E3D80498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EDB3CB-3284-8D7D-FBF9-156A6139F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C5D236-BF84-EFE4-E6C3-9967B3086E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7E3DF6-307A-F7D5-E5D2-16393A5AD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941552-B4EE-50FA-BFCE-591C7BBF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6272E1-112A-C625-B453-3BE8F7E06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58611B-4F56-B17D-8E96-51C4805A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26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1A9D3C-A8E7-1690-FCDB-51997120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7825BA-A469-94D9-953D-103EEBB8D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21B092-81A7-7D7E-097F-015A01A5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DA8D3C-BD47-4DDE-2EAC-1BCBF748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39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3CF2FD-0D5E-FFA6-B070-EC341300D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F439DD-759A-B4AA-8E6D-07DF7AE8E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80B447-A910-7E3F-B220-1E48184A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26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ED384-43E4-B260-016E-DF01E085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BFC88E-943E-CA0A-B35B-CE437D48C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6A1E02-E739-AF1F-991D-29997399F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38214-00AF-068E-32EA-D9CA2CE00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678D7C-8158-8B73-A673-F84B941B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6275AC-B2E7-C15B-09D3-AA1B1437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98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7773-FD85-39AC-70D1-872C469CC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3A0812-765E-76A8-5DCD-C57D0CE11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7C0BDD-E6F0-A8F8-6827-A40BD375E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AD97CD-65AC-01D9-76C7-F976134B3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4F4A0A-758D-89C6-64EC-8BE3E5082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075C29-9AF8-61B6-3B57-C84DFCD4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003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79BD4-45F2-D106-31C6-33264E0D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69A003-32BD-F760-C79F-E3820B6FD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E8536-7065-8FDD-48F2-AAD01A76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35DACE-98A6-E5B8-4D5C-69D71CD2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4AD61E-1AA8-327A-FA79-354C0CD3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765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817C7F-5BF6-9115-7259-18576D626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94476E-1794-C15A-0EE2-E754AC7CA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FBB529-B016-A8AB-F263-F0156FC0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D11FAA-02D6-EE91-976A-28CC97233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51FD51-51A7-3C16-2E55-2220216D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48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4A08F9-B4E5-7E29-0429-0BF20AC63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BC32D0-7719-35A1-84E2-EE8CA1DB9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B74B2B-6F91-5C51-7D3C-34A2A1FBA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945B9-6DFB-4393-A6CA-03EFA6BBA196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40F7-EB71-7175-E96C-450E29644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6B26B2-BDF1-21E6-2805-1FDDFFE70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F5679C-82D6-4966-901B-A934AD6124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41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B597B4-7C64-BEF8-709E-ACCA211ED218}"/>
              </a:ext>
            </a:extLst>
          </p:cNvPr>
          <p:cNvSpPr txBox="1"/>
          <p:nvPr/>
        </p:nvSpPr>
        <p:spPr>
          <a:xfrm>
            <a:off x="914400" y="711200"/>
            <a:ext cx="635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E1F2F9"/>
                </a:solidFill>
                <a:latin typeface="Aptos Display" panose="020B0004020202020204" pitchFamily="34" charset="0"/>
              </a:rPr>
              <a:t>Flowing wave</a:t>
            </a:r>
            <a:endParaRPr lang="zh-CN" altLang="en-US" sz="3000" b="1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AE40AC-2FFC-F24D-4E82-AFAE4D426F51}"/>
              </a:ext>
            </a:extLst>
          </p:cNvPr>
          <p:cNvSpPr txBox="1"/>
          <p:nvPr/>
        </p:nvSpPr>
        <p:spPr>
          <a:xfrm>
            <a:off x="939800" y="1371600"/>
            <a:ext cx="635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94B4C2"/>
                </a:solidFill>
                <a:latin typeface="Aptos Display" panose="020B0004020202020204" pitchFamily="34" charset="0"/>
              </a:rPr>
              <a:t>Editable PowerPoint frame animation</a:t>
            </a:r>
            <a:endParaRPr lang="zh-CN" altLang="en-US" sz="14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EAC823-D458-E580-2722-D6EF8B62D278}"/>
              </a:ext>
            </a:extLst>
          </p:cNvPr>
          <p:cNvSpPr txBox="1"/>
          <p:nvPr/>
        </p:nvSpPr>
        <p:spPr>
          <a:xfrm>
            <a:off x="10033000" y="812800"/>
            <a:ext cx="127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94B4C2"/>
                </a:solidFill>
                <a:latin typeface="Aptos Display" panose="020B0004020202020204" pitchFamily="34" charset="0"/>
              </a:rPr>
              <a:t>Frame 1 / 6</a:t>
            </a:r>
            <a:endParaRPr lang="zh-CN" altLang="en-US" sz="12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E1D3082-3CFA-5527-D72E-98FB72DBECFA}"/>
              </a:ext>
            </a:extLst>
          </p:cNvPr>
          <p:cNvGrpSpPr/>
          <p:nvPr/>
        </p:nvGrpSpPr>
        <p:grpSpPr>
          <a:xfrm>
            <a:off x="-3048000" y="4013200"/>
            <a:ext cx="21869400" cy="2641600"/>
            <a:chOff x="-3048000" y="4013200"/>
            <a:chExt cx="21869400" cy="2641600"/>
          </a:xfrm>
        </p:grpSpPr>
        <p:sp>
          <p:nvSpPr>
            <p:cNvPr id="5" name="waveRect_316_0">
              <a:extLst>
                <a:ext uri="{FF2B5EF4-FFF2-40B4-BE49-F238E27FC236}">
                  <a16:creationId xmlns:a16="http://schemas.microsoft.com/office/drawing/2014/main" id="{2D582556-D606-D9CA-ADCD-A2B45E5B69BD}"/>
                </a:ext>
              </a:extLst>
            </p:cNvPr>
            <p:cNvSpPr/>
            <p:nvPr/>
          </p:nvSpPr>
          <p:spPr>
            <a:xfrm>
              <a:off x="-3048000" y="4368800"/>
              <a:ext cx="18288000" cy="2286000"/>
            </a:xfrm>
            <a:prstGeom prst="rect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waveOval_316_0_0">
              <a:extLst>
                <a:ext uri="{FF2B5EF4-FFF2-40B4-BE49-F238E27FC236}">
                  <a16:creationId xmlns:a16="http://schemas.microsoft.com/office/drawing/2014/main" id="{A2D8BF65-0939-4298-08E3-2CECBCBC6C28}"/>
                </a:ext>
              </a:extLst>
            </p:cNvPr>
            <p:cNvSpPr/>
            <p:nvPr/>
          </p:nvSpPr>
          <p:spPr>
            <a:xfrm>
              <a:off x="-3048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waveOval_316_0_1">
              <a:extLst>
                <a:ext uri="{FF2B5EF4-FFF2-40B4-BE49-F238E27FC236}">
                  <a16:creationId xmlns:a16="http://schemas.microsoft.com/office/drawing/2014/main" id="{BA9A91BA-865C-8042-47E8-523027FD194D}"/>
                </a:ext>
              </a:extLst>
            </p:cNvPr>
            <p:cNvSpPr/>
            <p:nvPr/>
          </p:nvSpPr>
          <p:spPr>
            <a:xfrm>
              <a:off x="-635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waveOval_316_0_2">
              <a:extLst>
                <a:ext uri="{FF2B5EF4-FFF2-40B4-BE49-F238E27FC236}">
                  <a16:creationId xmlns:a16="http://schemas.microsoft.com/office/drawing/2014/main" id="{A19516A2-A9A2-547A-DAEA-1A3279F99587}"/>
                </a:ext>
              </a:extLst>
            </p:cNvPr>
            <p:cNvSpPr/>
            <p:nvPr/>
          </p:nvSpPr>
          <p:spPr>
            <a:xfrm>
              <a:off x="1778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waveOval_316_0_3">
              <a:extLst>
                <a:ext uri="{FF2B5EF4-FFF2-40B4-BE49-F238E27FC236}">
                  <a16:creationId xmlns:a16="http://schemas.microsoft.com/office/drawing/2014/main" id="{CFC45D3E-76F8-4F06-5610-7EEE2C197982}"/>
                </a:ext>
              </a:extLst>
            </p:cNvPr>
            <p:cNvSpPr/>
            <p:nvPr/>
          </p:nvSpPr>
          <p:spPr>
            <a:xfrm>
              <a:off x="4191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waveOval_316_0_4">
              <a:extLst>
                <a:ext uri="{FF2B5EF4-FFF2-40B4-BE49-F238E27FC236}">
                  <a16:creationId xmlns:a16="http://schemas.microsoft.com/office/drawing/2014/main" id="{1037A22F-5FF9-7FF7-4138-FD3D121FFC18}"/>
                </a:ext>
              </a:extLst>
            </p:cNvPr>
            <p:cNvSpPr/>
            <p:nvPr/>
          </p:nvSpPr>
          <p:spPr>
            <a:xfrm>
              <a:off x="6604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waveOval_316_0_5">
              <a:extLst>
                <a:ext uri="{FF2B5EF4-FFF2-40B4-BE49-F238E27FC236}">
                  <a16:creationId xmlns:a16="http://schemas.microsoft.com/office/drawing/2014/main" id="{C3A5C9FF-E2A0-6665-CABB-D5750FC500FA}"/>
                </a:ext>
              </a:extLst>
            </p:cNvPr>
            <p:cNvSpPr/>
            <p:nvPr/>
          </p:nvSpPr>
          <p:spPr>
            <a:xfrm>
              <a:off x="9017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waveOval_316_0_6">
              <a:extLst>
                <a:ext uri="{FF2B5EF4-FFF2-40B4-BE49-F238E27FC236}">
                  <a16:creationId xmlns:a16="http://schemas.microsoft.com/office/drawing/2014/main" id="{31BBA0A4-D47B-95AC-12CF-E9F57A67F7F3}"/>
                </a:ext>
              </a:extLst>
            </p:cNvPr>
            <p:cNvSpPr/>
            <p:nvPr/>
          </p:nvSpPr>
          <p:spPr>
            <a:xfrm>
              <a:off x="11430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waveOval_316_0_7">
              <a:extLst>
                <a:ext uri="{FF2B5EF4-FFF2-40B4-BE49-F238E27FC236}">
                  <a16:creationId xmlns:a16="http://schemas.microsoft.com/office/drawing/2014/main" id="{A43E14F9-EBE9-8DA7-4851-F760F2F26615}"/>
                </a:ext>
              </a:extLst>
            </p:cNvPr>
            <p:cNvSpPr/>
            <p:nvPr/>
          </p:nvSpPr>
          <p:spPr>
            <a:xfrm>
              <a:off x="13843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waveOval_316_0_8">
              <a:extLst>
                <a:ext uri="{FF2B5EF4-FFF2-40B4-BE49-F238E27FC236}">
                  <a16:creationId xmlns:a16="http://schemas.microsoft.com/office/drawing/2014/main" id="{9036D1FD-1076-37A3-CC87-163A86ECB3EA}"/>
                </a:ext>
              </a:extLst>
            </p:cNvPr>
            <p:cNvSpPr/>
            <p:nvPr/>
          </p:nvSpPr>
          <p:spPr>
            <a:xfrm>
              <a:off x="16256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E8A7056-C40C-F8DA-61D2-8DD98F0F7C0E}"/>
              </a:ext>
            </a:extLst>
          </p:cNvPr>
          <p:cNvGrpSpPr/>
          <p:nvPr/>
        </p:nvGrpSpPr>
        <p:grpSpPr>
          <a:xfrm>
            <a:off x="-2159000" y="4470400"/>
            <a:ext cx="21869400" cy="2060448"/>
            <a:chOff x="-2159000" y="4470400"/>
            <a:chExt cx="21869400" cy="2060448"/>
          </a:xfrm>
          <a:solidFill>
            <a:srgbClr val="26CDDC">
              <a:alpha val="92000"/>
            </a:srgbClr>
          </a:solidFill>
        </p:grpSpPr>
        <p:sp>
          <p:nvSpPr>
            <p:cNvPr id="16" name="waveRect_352_70">
              <a:extLst>
                <a:ext uri="{FF2B5EF4-FFF2-40B4-BE49-F238E27FC236}">
                  <a16:creationId xmlns:a16="http://schemas.microsoft.com/office/drawing/2014/main" id="{71701520-5EA2-83DA-54A3-BE5B28B347B1}"/>
                </a:ext>
              </a:extLst>
            </p:cNvPr>
            <p:cNvSpPr/>
            <p:nvPr/>
          </p:nvSpPr>
          <p:spPr>
            <a:xfrm>
              <a:off x="-2159000" y="4747768"/>
              <a:ext cx="18288000" cy="178308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waveOval_352_70_0">
              <a:extLst>
                <a:ext uri="{FF2B5EF4-FFF2-40B4-BE49-F238E27FC236}">
                  <a16:creationId xmlns:a16="http://schemas.microsoft.com/office/drawing/2014/main" id="{79039825-1503-8EC1-854F-689DC6AED6A0}"/>
                </a:ext>
              </a:extLst>
            </p:cNvPr>
            <p:cNvSpPr/>
            <p:nvPr/>
          </p:nvSpPr>
          <p:spPr>
            <a:xfrm>
              <a:off x="-2159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waveOval_352_70_1">
              <a:extLst>
                <a:ext uri="{FF2B5EF4-FFF2-40B4-BE49-F238E27FC236}">
                  <a16:creationId xmlns:a16="http://schemas.microsoft.com/office/drawing/2014/main" id="{3A34E0B1-359E-24E6-D472-1402CB82523E}"/>
                </a:ext>
              </a:extLst>
            </p:cNvPr>
            <p:cNvSpPr/>
            <p:nvPr/>
          </p:nvSpPr>
          <p:spPr>
            <a:xfrm>
              <a:off x="254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waveOval_352_70_2">
              <a:extLst>
                <a:ext uri="{FF2B5EF4-FFF2-40B4-BE49-F238E27FC236}">
                  <a16:creationId xmlns:a16="http://schemas.microsoft.com/office/drawing/2014/main" id="{89802BE3-7D32-B642-99C0-8DCE806ED2C4}"/>
                </a:ext>
              </a:extLst>
            </p:cNvPr>
            <p:cNvSpPr/>
            <p:nvPr/>
          </p:nvSpPr>
          <p:spPr>
            <a:xfrm>
              <a:off x="2667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waveOval_352_70_3">
              <a:extLst>
                <a:ext uri="{FF2B5EF4-FFF2-40B4-BE49-F238E27FC236}">
                  <a16:creationId xmlns:a16="http://schemas.microsoft.com/office/drawing/2014/main" id="{DF96DF9E-B5D0-1B73-C9DD-034754C266D9}"/>
                </a:ext>
              </a:extLst>
            </p:cNvPr>
            <p:cNvSpPr/>
            <p:nvPr/>
          </p:nvSpPr>
          <p:spPr>
            <a:xfrm>
              <a:off x="5080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waveOval_352_70_4">
              <a:extLst>
                <a:ext uri="{FF2B5EF4-FFF2-40B4-BE49-F238E27FC236}">
                  <a16:creationId xmlns:a16="http://schemas.microsoft.com/office/drawing/2014/main" id="{31B90CE2-CB05-4E8B-CFF0-7FD0C7FBD39E}"/>
                </a:ext>
              </a:extLst>
            </p:cNvPr>
            <p:cNvSpPr/>
            <p:nvPr/>
          </p:nvSpPr>
          <p:spPr>
            <a:xfrm>
              <a:off x="7493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waveOval_352_70_5">
              <a:extLst>
                <a:ext uri="{FF2B5EF4-FFF2-40B4-BE49-F238E27FC236}">
                  <a16:creationId xmlns:a16="http://schemas.microsoft.com/office/drawing/2014/main" id="{74B77178-C900-1F08-150F-375A208FD116}"/>
                </a:ext>
              </a:extLst>
            </p:cNvPr>
            <p:cNvSpPr/>
            <p:nvPr/>
          </p:nvSpPr>
          <p:spPr>
            <a:xfrm>
              <a:off x="9906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waveOval_352_70_6">
              <a:extLst>
                <a:ext uri="{FF2B5EF4-FFF2-40B4-BE49-F238E27FC236}">
                  <a16:creationId xmlns:a16="http://schemas.microsoft.com/office/drawing/2014/main" id="{385494B9-A1A0-0FE2-C46D-A54C664C53FE}"/>
                </a:ext>
              </a:extLst>
            </p:cNvPr>
            <p:cNvSpPr/>
            <p:nvPr/>
          </p:nvSpPr>
          <p:spPr>
            <a:xfrm>
              <a:off x="12319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waveOval_352_70_7">
              <a:extLst>
                <a:ext uri="{FF2B5EF4-FFF2-40B4-BE49-F238E27FC236}">
                  <a16:creationId xmlns:a16="http://schemas.microsoft.com/office/drawing/2014/main" id="{124C900F-A102-24F8-3DB8-55CBCC5ED212}"/>
                </a:ext>
              </a:extLst>
            </p:cNvPr>
            <p:cNvSpPr/>
            <p:nvPr/>
          </p:nvSpPr>
          <p:spPr>
            <a:xfrm>
              <a:off x="14732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waveOval_352_70_8">
              <a:extLst>
                <a:ext uri="{FF2B5EF4-FFF2-40B4-BE49-F238E27FC236}">
                  <a16:creationId xmlns:a16="http://schemas.microsoft.com/office/drawing/2014/main" id="{C84E69AD-FD0F-FFF9-D2C1-856E2D20A188}"/>
                </a:ext>
              </a:extLst>
            </p:cNvPr>
            <p:cNvSpPr/>
            <p:nvPr/>
          </p:nvSpPr>
          <p:spPr>
            <a:xfrm>
              <a:off x="17145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A4122A18-33F2-7C86-BFD0-C24F72906367}"/>
              </a:ext>
            </a:extLst>
          </p:cNvPr>
          <p:cNvSpPr txBox="1"/>
          <p:nvPr/>
        </p:nvSpPr>
        <p:spPr>
          <a:xfrm>
            <a:off x="914400" y="58166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E1F2F9"/>
                </a:solidFill>
                <a:latin typeface="Aptos Display" panose="020B0004020202020204" pitchFamily="34" charset="0"/>
              </a:rPr>
              <a:t>Duplicate the wave, shift it, and advance automatically</a:t>
            </a:r>
            <a:endParaRPr lang="zh-CN" altLang="en-US" sz="1400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538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50"/>
    </mc:Choice>
    <mc:Fallback>
      <p:transition spd="slow" advClick="0" advTm="35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9C7109D-D6B9-8656-A93E-F52D3F17A529}"/>
              </a:ext>
            </a:extLst>
          </p:cNvPr>
          <p:cNvSpPr txBox="1"/>
          <p:nvPr/>
        </p:nvSpPr>
        <p:spPr>
          <a:xfrm>
            <a:off x="914400" y="711200"/>
            <a:ext cx="635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E1F2F9"/>
                </a:solidFill>
                <a:latin typeface="Aptos Display" panose="020B0004020202020204" pitchFamily="34" charset="0"/>
              </a:rPr>
              <a:t>Flowing wave</a:t>
            </a:r>
            <a:endParaRPr lang="zh-CN" altLang="en-US" sz="3000" b="1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9B50EF-C761-F39E-89DC-658A3C6D13E9}"/>
              </a:ext>
            </a:extLst>
          </p:cNvPr>
          <p:cNvSpPr txBox="1"/>
          <p:nvPr/>
        </p:nvSpPr>
        <p:spPr>
          <a:xfrm>
            <a:off x="939800" y="1371600"/>
            <a:ext cx="635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94B4C2"/>
                </a:solidFill>
                <a:latin typeface="Aptos Display" panose="020B0004020202020204" pitchFamily="34" charset="0"/>
              </a:rPr>
              <a:t>Editable PowerPoint frame animation</a:t>
            </a:r>
            <a:endParaRPr lang="zh-CN" altLang="en-US" sz="14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8B9881-ED80-8ED4-7432-71D11E53C66E}"/>
              </a:ext>
            </a:extLst>
          </p:cNvPr>
          <p:cNvSpPr txBox="1"/>
          <p:nvPr/>
        </p:nvSpPr>
        <p:spPr>
          <a:xfrm>
            <a:off x="10033000" y="812800"/>
            <a:ext cx="127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94B4C2"/>
                </a:solidFill>
                <a:latin typeface="Aptos Display" panose="020B0004020202020204" pitchFamily="34" charset="0"/>
              </a:rPr>
              <a:t>Frame 2 / 6</a:t>
            </a:r>
            <a:endParaRPr lang="zh-CN" altLang="en-US" sz="12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A396597-2281-7174-B2F1-B196AE6D661B}"/>
              </a:ext>
            </a:extLst>
          </p:cNvPr>
          <p:cNvGrpSpPr/>
          <p:nvPr/>
        </p:nvGrpSpPr>
        <p:grpSpPr>
          <a:xfrm>
            <a:off x="-1587500" y="4013200"/>
            <a:ext cx="21869400" cy="2641600"/>
            <a:chOff x="-1587500" y="4013200"/>
            <a:chExt cx="21869400" cy="2641600"/>
          </a:xfrm>
        </p:grpSpPr>
        <p:sp>
          <p:nvSpPr>
            <p:cNvPr id="5" name="waveRect_316_115">
              <a:extLst>
                <a:ext uri="{FF2B5EF4-FFF2-40B4-BE49-F238E27FC236}">
                  <a16:creationId xmlns:a16="http://schemas.microsoft.com/office/drawing/2014/main" id="{4EC7448D-A995-5792-D8F0-F529F0675885}"/>
                </a:ext>
              </a:extLst>
            </p:cNvPr>
            <p:cNvSpPr/>
            <p:nvPr/>
          </p:nvSpPr>
          <p:spPr>
            <a:xfrm>
              <a:off x="-1587500" y="4368800"/>
              <a:ext cx="18288000" cy="2286000"/>
            </a:xfrm>
            <a:prstGeom prst="rect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waveOval_316_115_0">
              <a:extLst>
                <a:ext uri="{FF2B5EF4-FFF2-40B4-BE49-F238E27FC236}">
                  <a16:creationId xmlns:a16="http://schemas.microsoft.com/office/drawing/2014/main" id="{DADD5C06-578E-6593-3386-EA6140B85A22}"/>
                </a:ext>
              </a:extLst>
            </p:cNvPr>
            <p:cNvSpPr/>
            <p:nvPr/>
          </p:nvSpPr>
          <p:spPr>
            <a:xfrm>
              <a:off x="-1587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waveOval_316_115_1">
              <a:extLst>
                <a:ext uri="{FF2B5EF4-FFF2-40B4-BE49-F238E27FC236}">
                  <a16:creationId xmlns:a16="http://schemas.microsoft.com/office/drawing/2014/main" id="{7C97CEA6-7665-3E23-7028-F0D36C15EF96}"/>
                </a:ext>
              </a:extLst>
            </p:cNvPr>
            <p:cNvSpPr/>
            <p:nvPr/>
          </p:nvSpPr>
          <p:spPr>
            <a:xfrm>
              <a:off x="825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waveOval_316_115_2">
              <a:extLst>
                <a:ext uri="{FF2B5EF4-FFF2-40B4-BE49-F238E27FC236}">
                  <a16:creationId xmlns:a16="http://schemas.microsoft.com/office/drawing/2014/main" id="{20CDBF84-C268-CCD6-80C3-627B327A9016}"/>
                </a:ext>
              </a:extLst>
            </p:cNvPr>
            <p:cNvSpPr/>
            <p:nvPr/>
          </p:nvSpPr>
          <p:spPr>
            <a:xfrm>
              <a:off x="3238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waveOval_316_115_3">
              <a:extLst>
                <a:ext uri="{FF2B5EF4-FFF2-40B4-BE49-F238E27FC236}">
                  <a16:creationId xmlns:a16="http://schemas.microsoft.com/office/drawing/2014/main" id="{5BDA4DAC-3EC1-E950-C46E-9FA4A7FF0D27}"/>
                </a:ext>
              </a:extLst>
            </p:cNvPr>
            <p:cNvSpPr/>
            <p:nvPr/>
          </p:nvSpPr>
          <p:spPr>
            <a:xfrm>
              <a:off x="5651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waveOval_316_115_4">
              <a:extLst>
                <a:ext uri="{FF2B5EF4-FFF2-40B4-BE49-F238E27FC236}">
                  <a16:creationId xmlns:a16="http://schemas.microsoft.com/office/drawing/2014/main" id="{1A4FCD8F-8B44-BF64-AD16-6486F9AB0799}"/>
                </a:ext>
              </a:extLst>
            </p:cNvPr>
            <p:cNvSpPr/>
            <p:nvPr/>
          </p:nvSpPr>
          <p:spPr>
            <a:xfrm>
              <a:off x="8064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waveOval_316_115_5">
              <a:extLst>
                <a:ext uri="{FF2B5EF4-FFF2-40B4-BE49-F238E27FC236}">
                  <a16:creationId xmlns:a16="http://schemas.microsoft.com/office/drawing/2014/main" id="{EDDFF815-9F91-251A-C427-F10CA30CE97B}"/>
                </a:ext>
              </a:extLst>
            </p:cNvPr>
            <p:cNvSpPr/>
            <p:nvPr/>
          </p:nvSpPr>
          <p:spPr>
            <a:xfrm>
              <a:off x="10477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waveOval_316_115_6">
              <a:extLst>
                <a:ext uri="{FF2B5EF4-FFF2-40B4-BE49-F238E27FC236}">
                  <a16:creationId xmlns:a16="http://schemas.microsoft.com/office/drawing/2014/main" id="{9A90F95B-081E-CE15-392A-5C4BDB38D030}"/>
                </a:ext>
              </a:extLst>
            </p:cNvPr>
            <p:cNvSpPr/>
            <p:nvPr/>
          </p:nvSpPr>
          <p:spPr>
            <a:xfrm>
              <a:off x="12890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waveOval_316_115_7">
              <a:extLst>
                <a:ext uri="{FF2B5EF4-FFF2-40B4-BE49-F238E27FC236}">
                  <a16:creationId xmlns:a16="http://schemas.microsoft.com/office/drawing/2014/main" id="{31F688BA-80BE-13B2-F993-72C438FB0DB7}"/>
                </a:ext>
              </a:extLst>
            </p:cNvPr>
            <p:cNvSpPr/>
            <p:nvPr/>
          </p:nvSpPr>
          <p:spPr>
            <a:xfrm>
              <a:off x="15303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waveOval_316_115_8">
              <a:extLst>
                <a:ext uri="{FF2B5EF4-FFF2-40B4-BE49-F238E27FC236}">
                  <a16:creationId xmlns:a16="http://schemas.microsoft.com/office/drawing/2014/main" id="{64E3E024-7127-35C7-7F25-6E9A5464328D}"/>
                </a:ext>
              </a:extLst>
            </p:cNvPr>
            <p:cNvSpPr/>
            <p:nvPr/>
          </p:nvSpPr>
          <p:spPr>
            <a:xfrm>
              <a:off x="17716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A15ABB3-A919-4377-5FE1-5914815544C9}"/>
              </a:ext>
            </a:extLst>
          </p:cNvPr>
          <p:cNvGrpSpPr/>
          <p:nvPr/>
        </p:nvGrpSpPr>
        <p:grpSpPr>
          <a:xfrm>
            <a:off x="-698500" y="4470400"/>
            <a:ext cx="21869400" cy="2060448"/>
            <a:chOff x="-698500" y="4470400"/>
            <a:chExt cx="21869400" cy="2060448"/>
          </a:xfrm>
          <a:solidFill>
            <a:srgbClr val="26CDDC">
              <a:alpha val="92000"/>
            </a:srgbClr>
          </a:solidFill>
        </p:grpSpPr>
        <p:sp>
          <p:nvSpPr>
            <p:cNvPr id="16" name="waveRect_352_185">
              <a:extLst>
                <a:ext uri="{FF2B5EF4-FFF2-40B4-BE49-F238E27FC236}">
                  <a16:creationId xmlns:a16="http://schemas.microsoft.com/office/drawing/2014/main" id="{D7156022-456F-018E-A4D3-14D97F62E8B4}"/>
                </a:ext>
              </a:extLst>
            </p:cNvPr>
            <p:cNvSpPr/>
            <p:nvPr/>
          </p:nvSpPr>
          <p:spPr>
            <a:xfrm>
              <a:off x="-698500" y="4747768"/>
              <a:ext cx="18288000" cy="178308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waveOval_352_185_0">
              <a:extLst>
                <a:ext uri="{FF2B5EF4-FFF2-40B4-BE49-F238E27FC236}">
                  <a16:creationId xmlns:a16="http://schemas.microsoft.com/office/drawing/2014/main" id="{3091A9A1-2FB9-D12C-F8AE-4251DB274351}"/>
                </a:ext>
              </a:extLst>
            </p:cNvPr>
            <p:cNvSpPr/>
            <p:nvPr/>
          </p:nvSpPr>
          <p:spPr>
            <a:xfrm>
              <a:off x="-698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waveOval_352_185_1">
              <a:extLst>
                <a:ext uri="{FF2B5EF4-FFF2-40B4-BE49-F238E27FC236}">
                  <a16:creationId xmlns:a16="http://schemas.microsoft.com/office/drawing/2014/main" id="{245D106E-7C65-9348-00CF-ECD8CAE1BF02}"/>
                </a:ext>
              </a:extLst>
            </p:cNvPr>
            <p:cNvSpPr/>
            <p:nvPr/>
          </p:nvSpPr>
          <p:spPr>
            <a:xfrm>
              <a:off x="1714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waveOval_352_185_2">
              <a:extLst>
                <a:ext uri="{FF2B5EF4-FFF2-40B4-BE49-F238E27FC236}">
                  <a16:creationId xmlns:a16="http://schemas.microsoft.com/office/drawing/2014/main" id="{B7DC69D1-7B8F-E38E-C29A-FB819BB72512}"/>
                </a:ext>
              </a:extLst>
            </p:cNvPr>
            <p:cNvSpPr/>
            <p:nvPr/>
          </p:nvSpPr>
          <p:spPr>
            <a:xfrm>
              <a:off x="4127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waveOval_352_185_3">
              <a:extLst>
                <a:ext uri="{FF2B5EF4-FFF2-40B4-BE49-F238E27FC236}">
                  <a16:creationId xmlns:a16="http://schemas.microsoft.com/office/drawing/2014/main" id="{7932F00B-E71C-3D90-DAA4-526B7818543B}"/>
                </a:ext>
              </a:extLst>
            </p:cNvPr>
            <p:cNvSpPr/>
            <p:nvPr/>
          </p:nvSpPr>
          <p:spPr>
            <a:xfrm>
              <a:off x="6540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waveOval_352_185_4">
              <a:extLst>
                <a:ext uri="{FF2B5EF4-FFF2-40B4-BE49-F238E27FC236}">
                  <a16:creationId xmlns:a16="http://schemas.microsoft.com/office/drawing/2014/main" id="{F2DC7AA0-5E0A-5805-93AD-F6304F940F1E}"/>
                </a:ext>
              </a:extLst>
            </p:cNvPr>
            <p:cNvSpPr/>
            <p:nvPr/>
          </p:nvSpPr>
          <p:spPr>
            <a:xfrm>
              <a:off x="8953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waveOval_352_185_5">
              <a:extLst>
                <a:ext uri="{FF2B5EF4-FFF2-40B4-BE49-F238E27FC236}">
                  <a16:creationId xmlns:a16="http://schemas.microsoft.com/office/drawing/2014/main" id="{36D5AA48-5F10-7144-9958-59E672CD5F43}"/>
                </a:ext>
              </a:extLst>
            </p:cNvPr>
            <p:cNvSpPr/>
            <p:nvPr/>
          </p:nvSpPr>
          <p:spPr>
            <a:xfrm>
              <a:off x="11366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waveOval_352_185_6">
              <a:extLst>
                <a:ext uri="{FF2B5EF4-FFF2-40B4-BE49-F238E27FC236}">
                  <a16:creationId xmlns:a16="http://schemas.microsoft.com/office/drawing/2014/main" id="{6FA16941-E42D-444E-301A-70D880B9066E}"/>
                </a:ext>
              </a:extLst>
            </p:cNvPr>
            <p:cNvSpPr/>
            <p:nvPr/>
          </p:nvSpPr>
          <p:spPr>
            <a:xfrm>
              <a:off x="13779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waveOval_352_185_7">
              <a:extLst>
                <a:ext uri="{FF2B5EF4-FFF2-40B4-BE49-F238E27FC236}">
                  <a16:creationId xmlns:a16="http://schemas.microsoft.com/office/drawing/2014/main" id="{DDB8864D-E3E5-07FE-B7FD-0DFB8B80FF81}"/>
                </a:ext>
              </a:extLst>
            </p:cNvPr>
            <p:cNvSpPr/>
            <p:nvPr/>
          </p:nvSpPr>
          <p:spPr>
            <a:xfrm>
              <a:off x="16192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waveOval_352_185_8">
              <a:extLst>
                <a:ext uri="{FF2B5EF4-FFF2-40B4-BE49-F238E27FC236}">
                  <a16:creationId xmlns:a16="http://schemas.microsoft.com/office/drawing/2014/main" id="{61CE17A8-893F-A4D7-1AD6-B955F2C8FE64}"/>
                </a:ext>
              </a:extLst>
            </p:cNvPr>
            <p:cNvSpPr/>
            <p:nvPr/>
          </p:nvSpPr>
          <p:spPr>
            <a:xfrm>
              <a:off x="18605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EBB80A64-0380-49B7-12AF-FD3F2A6A88C4}"/>
              </a:ext>
            </a:extLst>
          </p:cNvPr>
          <p:cNvSpPr txBox="1"/>
          <p:nvPr/>
        </p:nvSpPr>
        <p:spPr>
          <a:xfrm>
            <a:off x="914400" y="58166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E1F2F9"/>
                </a:solidFill>
                <a:latin typeface="Aptos Display" panose="020B0004020202020204" pitchFamily="34" charset="0"/>
              </a:rPr>
              <a:t>Duplicate the wave, shift it, and advance automatically</a:t>
            </a:r>
            <a:endParaRPr lang="zh-CN" altLang="en-US" sz="1400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790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50"/>
    </mc:Choice>
    <mc:Fallback>
      <p:transition spd="slow" advClick="0" advTm="35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09505C-FBDA-C4D2-A534-96AE1EF4EA60}"/>
              </a:ext>
            </a:extLst>
          </p:cNvPr>
          <p:cNvSpPr txBox="1"/>
          <p:nvPr/>
        </p:nvSpPr>
        <p:spPr>
          <a:xfrm>
            <a:off x="914400" y="711200"/>
            <a:ext cx="635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E1F2F9"/>
                </a:solidFill>
                <a:latin typeface="Aptos Display" panose="020B0004020202020204" pitchFamily="34" charset="0"/>
              </a:rPr>
              <a:t>Flowing wave</a:t>
            </a:r>
            <a:endParaRPr lang="zh-CN" altLang="en-US" sz="3000" b="1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7A26C9-C421-EE18-5B3D-70DB185CB5B3}"/>
              </a:ext>
            </a:extLst>
          </p:cNvPr>
          <p:cNvSpPr txBox="1"/>
          <p:nvPr/>
        </p:nvSpPr>
        <p:spPr>
          <a:xfrm>
            <a:off x="939800" y="1371600"/>
            <a:ext cx="635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94B4C2"/>
                </a:solidFill>
                <a:latin typeface="Aptos Display" panose="020B0004020202020204" pitchFamily="34" charset="0"/>
              </a:rPr>
              <a:t>Editable PowerPoint frame animation</a:t>
            </a:r>
            <a:endParaRPr lang="zh-CN" altLang="en-US" sz="14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AADB8B-8878-1D41-2D42-6729B7F032E6}"/>
              </a:ext>
            </a:extLst>
          </p:cNvPr>
          <p:cNvSpPr txBox="1"/>
          <p:nvPr/>
        </p:nvSpPr>
        <p:spPr>
          <a:xfrm>
            <a:off x="10033000" y="812800"/>
            <a:ext cx="127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94B4C2"/>
                </a:solidFill>
                <a:latin typeface="Aptos Display" panose="020B0004020202020204" pitchFamily="34" charset="0"/>
              </a:rPr>
              <a:t>Frame 3 / 6</a:t>
            </a:r>
            <a:endParaRPr lang="zh-CN" altLang="en-US" sz="12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FBA0D6F-86CE-86CB-A495-EAB7970FE5A5}"/>
              </a:ext>
            </a:extLst>
          </p:cNvPr>
          <p:cNvGrpSpPr/>
          <p:nvPr/>
        </p:nvGrpSpPr>
        <p:grpSpPr>
          <a:xfrm>
            <a:off x="-2540000" y="4013200"/>
            <a:ext cx="21869400" cy="2641600"/>
            <a:chOff x="-2540000" y="4013200"/>
            <a:chExt cx="21869400" cy="2641600"/>
          </a:xfrm>
        </p:grpSpPr>
        <p:sp>
          <p:nvSpPr>
            <p:cNvPr id="5" name="waveRect_316_40">
              <a:extLst>
                <a:ext uri="{FF2B5EF4-FFF2-40B4-BE49-F238E27FC236}">
                  <a16:creationId xmlns:a16="http://schemas.microsoft.com/office/drawing/2014/main" id="{24ABF4FF-1722-2783-2DE0-7792F43B0D04}"/>
                </a:ext>
              </a:extLst>
            </p:cNvPr>
            <p:cNvSpPr/>
            <p:nvPr/>
          </p:nvSpPr>
          <p:spPr>
            <a:xfrm>
              <a:off x="-2540000" y="4368800"/>
              <a:ext cx="18288000" cy="2286000"/>
            </a:xfrm>
            <a:prstGeom prst="rect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waveOval_316_40_0">
              <a:extLst>
                <a:ext uri="{FF2B5EF4-FFF2-40B4-BE49-F238E27FC236}">
                  <a16:creationId xmlns:a16="http://schemas.microsoft.com/office/drawing/2014/main" id="{B6E18286-6A00-C7FA-3EB0-12E0BD1F953C}"/>
                </a:ext>
              </a:extLst>
            </p:cNvPr>
            <p:cNvSpPr/>
            <p:nvPr/>
          </p:nvSpPr>
          <p:spPr>
            <a:xfrm>
              <a:off x="-2540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waveOval_316_40_1">
              <a:extLst>
                <a:ext uri="{FF2B5EF4-FFF2-40B4-BE49-F238E27FC236}">
                  <a16:creationId xmlns:a16="http://schemas.microsoft.com/office/drawing/2014/main" id="{4E3D211C-AF04-5395-CE45-DB19D97C7964}"/>
                </a:ext>
              </a:extLst>
            </p:cNvPr>
            <p:cNvSpPr/>
            <p:nvPr/>
          </p:nvSpPr>
          <p:spPr>
            <a:xfrm>
              <a:off x="-127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waveOval_316_40_2">
              <a:extLst>
                <a:ext uri="{FF2B5EF4-FFF2-40B4-BE49-F238E27FC236}">
                  <a16:creationId xmlns:a16="http://schemas.microsoft.com/office/drawing/2014/main" id="{1E3347F6-F5CA-3DAB-8B89-9D6F21FD6DA4}"/>
                </a:ext>
              </a:extLst>
            </p:cNvPr>
            <p:cNvSpPr/>
            <p:nvPr/>
          </p:nvSpPr>
          <p:spPr>
            <a:xfrm>
              <a:off x="2286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waveOval_316_40_3">
              <a:extLst>
                <a:ext uri="{FF2B5EF4-FFF2-40B4-BE49-F238E27FC236}">
                  <a16:creationId xmlns:a16="http://schemas.microsoft.com/office/drawing/2014/main" id="{56EF14EA-E468-3C1A-3017-B23B756AF5F4}"/>
                </a:ext>
              </a:extLst>
            </p:cNvPr>
            <p:cNvSpPr/>
            <p:nvPr/>
          </p:nvSpPr>
          <p:spPr>
            <a:xfrm>
              <a:off x="4699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waveOval_316_40_4">
              <a:extLst>
                <a:ext uri="{FF2B5EF4-FFF2-40B4-BE49-F238E27FC236}">
                  <a16:creationId xmlns:a16="http://schemas.microsoft.com/office/drawing/2014/main" id="{EAEFE464-A3F0-970C-D35D-8AE4189AF8C7}"/>
                </a:ext>
              </a:extLst>
            </p:cNvPr>
            <p:cNvSpPr/>
            <p:nvPr/>
          </p:nvSpPr>
          <p:spPr>
            <a:xfrm>
              <a:off x="7112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waveOval_316_40_5">
              <a:extLst>
                <a:ext uri="{FF2B5EF4-FFF2-40B4-BE49-F238E27FC236}">
                  <a16:creationId xmlns:a16="http://schemas.microsoft.com/office/drawing/2014/main" id="{5DB0B0EF-A301-41CE-CBD6-CA0D367890EB}"/>
                </a:ext>
              </a:extLst>
            </p:cNvPr>
            <p:cNvSpPr/>
            <p:nvPr/>
          </p:nvSpPr>
          <p:spPr>
            <a:xfrm>
              <a:off x="9525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waveOval_316_40_6">
              <a:extLst>
                <a:ext uri="{FF2B5EF4-FFF2-40B4-BE49-F238E27FC236}">
                  <a16:creationId xmlns:a16="http://schemas.microsoft.com/office/drawing/2014/main" id="{478BA19D-EB24-E6FA-20EE-BC36CA38A455}"/>
                </a:ext>
              </a:extLst>
            </p:cNvPr>
            <p:cNvSpPr/>
            <p:nvPr/>
          </p:nvSpPr>
          <p:spPr>
            <a:xfrm>
              <a:off x="11938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waveOval_316_40_7">
              <a:extLst>
                <a:ext uri="{FF2B5EF4-FFF2-40B4-BE49-F238E27FC236}">
                  <a16:creationId xmlns:a16="http://schemas.microsoft.com/office/drawing/2014/main" id="{D6477EF9-CC4A-EC23-48EC-855D2099C80B}"/>
                </a:ext>
              </a:extLst>
            </p:cNvPr>
            <p:cNvSpPr/>
            <p:nvPr/>
          </p:nvSpPr>
          <p:spPr>
            <a:xfrm>
              <a:off x="14351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waveOval_316_40_8">
              <a:extLst>
                <a:ext uri="{FF2B5EF4-FFF2-40B4-BE49-F238E27FC236}">
                  <a16:creationId xmlns:a16="http://schemas.microsoft.com/office/drawing/2014/main" id="{C9C0F61C-B465-1E10-5DF1-C5FC4BA29BA9}"/>
                </a:ext>
              </a:extLst>
            </p:cNvPr>
            <p:cNvSpPr/>
            <p:nvPr/>
          </p:nvSpPr>
          <p:spPr>
            <a:xfrm>
              <a:off x="16764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DDFD1BE-1B4C-523E-12C1-0073089FD6EA}"/>
              </a:ext>
            </a:extLst>
          </p:cNvPr>
          <p:cNvGrpSpPr/>
          <p:nvPr/>
        </p:nvGrpSpPr>
        <p:grpSpPr>
          <a:xfrm>
            <a:off x="-1651000" y="4470400"/>
            <a:ext cx="21869400" cy="2060448"/>
            <a:chOff x="-1651000" y="4470400"/>
            <a:chExt cx="21869400" cy="2060448"/>
          </a:xfrm>
          <a:solidFill>
            <a:srgbClr val="26CDDC">
              <a:alpha val="92000"/>
            </a:srgbClr>
          </a:solidFill>
        </p:grpSpPr>
        <p:sp>
          <p:nvSpPr>
            <p:cNvPr id="16" name="waveRect_352_110">
              <a:extLst>
                <a:ext uri="{FF2B5EF4-FFF2-40B4-BE49-F238E27FC236}">
                  <a16:creationId xmlns:a16="http://schemas.microsoft.com/office/drawing/2014/main" id="{921B5D4A-C3EF-04BA-1AB7-702C9513AAC1}"/>
                </a:ext>
              </a:extLst>
            </p:cNvPr>
            <p:cNvSpPr/>
            <p:nvPr/>
          </p:nvSpPr>
          <p:spPr>
            <a:xfrm>
              <a:off x="-1651000" y="4747768"/>
              <a:ext cx="18288000" cy="178308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waveOval_352_110_0">
              <a:extLst>
                <a:ext uri="{FF2B5EF4-FFF2-40B4-BE49-F238E27FC236}">
                  <a16:creationId xmlns:a16="http://schemas.microsoft.com/office/drawing/2014/main" id="{A4096A20-E344-11DA-8B73-E07989CC9C39}"/>
                </a:ext>
              </a:extLst>
            </p:cNvPr>
            <p:cNvSpPr/>
            <p:nvPr/>
          </p:nvSpPr>
          <p:spPr>
            <a:xfrm>
              <a:off x="-1651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waveOval_352_110_1">
              <a:extLst>
                <a:ext uri="{FF2B5EF4-FFF2-40B4-BE49-F238E27FC236}">
                  <a16:creationId xmlns:a16="http://schemas.microsoft.com/office/drawing/2014/main" id="{903E8707-0CA7-B2DC-AB5C-787B17A2E3DE}"/>
                </a:ext>
              </a:extLst>
            </p:cNvPr>
            <p:cNvSpPr/>
            <p:nvPr/>
          </p:nvSpPr>
          <p:spPr>
            <a:xfrm>
              <a:off x="762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waveOval_352_110_2">
              <a:extLst>
                <a:ext uri="{FF2B5EF4-FFF2-40B4-BE49-F238E27FC236}">
                  <a16:creationId xmlns:a16="http://schemas.microsoft.com/office/drawing/2014/main" id="{F0F68CFA-4179-5620-9852-00A709C5E529}"/>
                </a:ext>
              </a:extLst>
            </p:cNvPr>
            <p:cNvSpPr/>
            <p:nvPr/>
          </p:nvSpPr>
          <p:spPr>
            <a:xfrm>
              <a:off x="3175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waveOval_352_110_3">
              <a:extLst>
                <a:ext uri="{FF2B5EF4-FFF2-40B4-BE49-F238E27FC236}">
                  <a16:creationId xmlns:a16="http://schemas.microsoft.com/office/drawing/2014/main" id="{417EFDA3-D6D2-A5C9-E8FF-A0F5B09CF05A}"/>
                </a:ext>
              </a:extLst>
            </p:cNvPr>
            <p:cNvSpPr/>
            <p:nvPr/>
          </p:nvSpPr>
          <p:spPr>
            <a:xfrm>
              <a:off x="5588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waveOval_352_110_4">
              <a:extLst>
                <a:ext uri="{FF2B5EF4-FFF2-40B4-BE49-F238E27FC236}">
                  <a16:creationId xmlns:a16="http://schemas.microsoft.com/office/drawing/2014/main" id="{375BCFBA-2F6D-713B-8EEC-DCCB674A2CE7}"/>
                </a:ext>
              </a:extLst>
            </p:cNvPr>
            <p:cNvSpPr/>
            <p:nvPr/>
          </p:nvSpPr>
          <p:spPr>
            <a:xfrm>
              <a:off x="8001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waveOval_352_110_5">
              <a:extLst>
                <a:ext uri="{FF2B5EF4-FFF2-40B4-BE49-F238E27FC236}">
                  <a16:creationId xmlns:a16="http://schemas.microsoft.com/office/drawing/2014/main" id="{B40E74AB-9E56-4429-DC56-9E728243C95E}"/>
                </a:ext>
              </a:extLst>
            </p:cNvPr>
            <p:cNvSpPr/>
            <p:nvPr/>
          </p:nvSpPr>
          <p:spPr>
            <a:xfrm>
              <a:off x="10414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waveOval_352_110_6">
              <a:extLst>
                <a:ext uri="{FF2B5EF4-FFF2-40B4-BE49-F238E27FC236}">
                  <a16:creationId xmlns:a16="http://schemas.microsoft.com/office/drawing/2014/main" id="{A12D3A10-5537-2846-8797-2EA9CEC34740}"/>
                </a:ext>
              </a:extLst>
            </p:cNvPr>
            <p:cNvSpPr/>
            <p:nvPr/>
          </p:nvSpPr>
          <p:spPr>
            <a:xfrm>
              <a:off x="12827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waveOval_352_110_7">
              <a:extLst>
                <a:ext uri="{FF2B5EF4-FFF2-40B4-BE49-F238E27FC236}">
                  <a16:creationId xmlns:a16="http://schemas.microsoft.com/office/drawing/2014/main" id="{729CA4B6-51BC-4671-3E5E-1C77B99FBF5E}"/>
                </a:ext>
              </a:extLst>
            </p:cNvPr>
            <p:cNvSpPr/>
            <p:nvPr/>
          </p:nvSpPr>
          <p:spPr>
            <a:xfrm>
              <a:off x="15240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waveOval_352_110_8">
              <a:extLst>
                <a:ext uri="{FF2B5EF4-FFF2-40B4-BE49-F238E27FC236}">
                  <a16:creationId xmlns:a16="http://schemas.microsoft.com/office/drawing/2014/main" id="{88BE4860-18E4-0112-DD7D-7A8DFF076595}"/>
                </a:ext>
              </a:extLst>
            </p:cNvPr>
            <p:cNvSpPr/>
            <p:nvPr/>
          </p:nvSpPr>
          <p:spPr>
            <a:xfrm>
              <a:off x="17653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0D8E4A94-7544-D95C-12BC-E02A3D402693}"/>
              </a:ext>
            </a:extLst>
          </p:cNvPr>
          <p:cNvSpPr txBox="1"/>
          <p:nvPr/>
        </p:nvSpPr>
        <p:spPr>
          <a:xfrm>
            <a:off x="914400" y="58166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E1F2F9"/>
                </a:solidFill>
                <a:latin typeface="Aptos Display" panose="020B0004020202020204" pitchFamily="34" charset="0"/>
              </a:rPr>
              <a:t>Duplicate the wave, shift it, and advance automatically</a:t>
            </a:r>
            <a:endParaRPr lang="zh-CN" altLang="en-US" sz="1400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854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50"/>
    </mc:Choice>
    <mc:Fallback>
      <p:transition spd="slow" advClick="0" advTm="35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37455D-7C73-2B7D-5732-1C7844799892}"/>
              </a:ext>
            </a:extLst>
          </p:cNvPr>
          <p:cNvSpPr txBox="1"/>
          <p:nvPr/>
        </p:nvSpPr>
        <p:spPr>
          <a:xfrm>
            <a:off x="914400" y="711200"/>
            <a:ext cx="635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E1F2F9"/>
                </a:solidFill>
                <a:latin typeface="Aptos Display" panose="020B0004020202020204" pitchFamily="34" charset="0"/>
              </a:rPr>
              <a:t>Flowing wave</a:t>
            </a:r>
            <a:endParaRPr lang="zh-CN" altLang="en-US" sz="3000" b="1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30D3CA-9C00-8CE0-BE51-56D09CB0990F}"/>
              </a:ext>
            </a:extLst>
          </p:cNvPr>
          <p:cNvSpPr txBox="1"/>
          <p:nvPr/>
        </p:nvSpPr>
        <p:spPr>
          <a:xfrm>
            <a:off x="939800" y="1371600"/>
            <a:ext cx="635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94B4C2"/>
                </a:solidFill>
                <a:latin typeface="Aptos Display" panose="020B0004020202020204" pitchFamily="34" charset="0"/>
              </a:rPr>
              <a:t>Editable PowerPoint frame animation</a:t>
            </a:r>
            <a:endParaRPr lang="zh-CN" altLang="en-US" sz="14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28CF3C-FD67-61D1-5C4D-946CDE3C5791}"/>
              </a:ext>
            </a:extLst>
          </p:cNvPr>
          <p:cNvSpPr txBox="1"/>
          <p:nvPr/>
        </p:nvSpPr>
        <p:spPr>
          <a:xfrm>
            <a:off x="10033000" y="812800"/>
            <a:ext cx="127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94B4C2"/>
                </a:solidFill>
                <a:latin typeface="Aptos Display" panose="020B0004020202020204" pitchFamily="34" charset="0"/>
              </a:rPr>
              <a:t>Frame 4 / 6</a:t>
            </a:r>
            <a:endParaRPr lang="zh-CN" altLang="en-US" sz="12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C3002A5-096E-F9CA-8F77-C01388D533BC}"/>
              </a:ext>
            </a:extLst>
          </p:cNvPr>
          <p:cNvGrpSpPr/>
          <p:nvPr/>
        </p:nvGrpSpPr>
        <p:grpSpPr>
          <a:xfrm>
            <a:off x="-1079500" y="4013200"/>
            <a:ext cx="21869400" cy="2641600"/>
            <a:chOff x="-1079500" y="4013200"/>
            <a:chExt cx="21869400" cy="2641600"/>
          </a:xfrm>
        </p:grpSpPr>
        <p:sp>
          <p:nvSpPr>
            <p:cNvPr id="5" name="waveRect_316_155">
              <a:extLst>
                <a:ext uri="{FF2B5EF4-FFF2-40B4-BE49-F238E27FC236}">
                  <a16:creationId xmlns:a16="http://schemas.microsoft.com/office/drawing/2014/main" id="{17E5FBE2-6E88-9AA7-79F3-F3BAED370306}"/>
                </a:ext>
              </a:extLst>
            </p:cNvPr>
            <p:cNvSpPr/>
            <p:nvPr/>
          </p:nvSpPr>
          <p:spPr>
            <a:xfrm>
              <a:off x="-1079500" y="4368800"/>
              <a:ext cx="18288000" cy="2286000"/>
            </a:xfrm>
            <a:prstGeom prst="rect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waveOval_316_155_0">
              <a:extLst>
                <a:ext uri="{FF2B5EF4-FFF2-40B4-BE49-F238E27FC236}">
                  <a16:creationId xmlns:a16="http://schemas.microsoft.com/office/drawing/2014/main" id="{36CA1C5F-02DF-A2B4-200A-FE274D928459}"/>
                </a:ext>
              </a:extLst>
            </p:cNvPr>
            <p:cNvSpPr/>
            <p:nvPr/>
          </p:nvSpPr>
          <p:spPr>
            <a:xfrm>
              <a:off x="-1079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waveOval_316_155_1">
              <a:extLst>
                <a:ext uri="{FF2B5EF4-FFF2-40B4-BE49-F238E27FC236}">
                  <a16:creationId xmlns:a16="http://schemas.microsoft.com/office/drawing/2014/main" id="{763DA290-93C0-0480-19B2-F6FCC2276B12}"/>
                </a:ext>
              </a:extLst>
            </p:cNvPr>
            <p:cNvSpPr/>
            <p:nvPr/>
          </p:nvSpPr>
          <p:spPr>
            <a:xfrm>
              <a:off x="1333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waveOval_316_155_2">
              <a:extLst>
                <a:ext uri="{FF2B5EF4-FFF2-40B4-BE49-F238E27FC236}">
                  <a16:creationId xmlns:a16="http://schemas.microsoft.com/office/drawing/2014/main" id="{B30C22FD-1F81-44A4-C40C-2E4F36380B86}"/>
                </a:ext>
              </a:extLst>
            </p:cNvPr>
            <p:cNvSpPr/>
            <p:nvPr/>
          </p:nvSpPr>
          <p:spPr>
            <a:xfrm>
              <a:off x="3746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waveOval_316_155_3">
              <a:extLst>
                <a:ext uri="{FF2B5EF4-FFF2-40B4-BE49-F238E27FC236}">
                  <a16:creationId xmlns:a16="http://schemas.microsoft.com/office/drawing/2014/main" id="{886E49CE-9D91-F480-29E8-14527BFF64B0}"/>
                </a:ext>
              </a:extLst>
            </p:cNvPr>
            <p:cNvSpPr/>
            <p:nvPr/>
          </p:nvSpPr>
          <p:spPr>
            <a:xfrm>
              <a:off x="6159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waveOval_316_155_4">
              <a:extLst>
                <a:ext uri="{FF2B5EF4-FFF2-40B4-BE49-F238E27FC236}">
                  <a16:creationId xmlns:a16="http://schemas.microsoft.com/office/drawing/2014/main" id="{67087BF8-DFA4-D9F4-0DA5-4167A82A158D}"/>
                </a:ext>
              </a:extLst>
            </p:cNvPr>
            <p:cNvSpPr/>
            <p:nvPr/>
          </p:nvSpPr>
          <p:spPr>
            <a:xfrm>
              <a:off x="8572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waveOval_316_155_5">
              <a:extLst>
                <a:ext uri="{FF2B5EF4-FFF2-40B4-BE49-F238E27FC236}">
                  <a16:creationId xmlns:a16="http://schemas.microsoft.com/office/drawing/2014/main" id="{EE3B1CE2-DEB1-AAE1-CD7E-0DA547D423DE}"/>
                </a:ext>
              </a:extLst>
            </p:cNvPr>
            <p:cNvSpPr/>
            <p:nvPr/>
          </p:nvSpPr>
          <p:spPr>
            <a:xfrm>
              <a:off x="10985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waveOval_316_155_6">
              <a:extLst>
                <a:ext uri="{FF2B5EF4-FFF2-40B4-BE49-F238E27FC236}">
                  <a16:creationId xmlns:a16="http://schemas.microsoft.com/office/drawing/2014/main" id="{0D99A2CA-BF60-F568-6E3F-1289658273CA}"/>
                </a:ext>
              </a:extLst>
            </p:cNvPr>
            <p:cNvSpPr/>
            <p:nvPr/>
          </p:nvSpPr>
          <p:spPr>
            <a:xfrm>
              <a:off x="13398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waveOval_316_155_7">
              <a:extLst>
                <a:ext uri="{FF2B5EF4-FFF2-40B4-BE49-F238E27FC236}">
                  <a16:creationId xmlns:a16="http://schemas.microsoft.com/office/drawing/2014/main" id="{E99003F7-9D6E-EEA5-AE73-3CD281D619E6}"/>
                </a:ext>
              </a:extLst>
            </p:cNvPr>
            <p:cNvSpPr/>
            <p:nvPr/>
          </p:nvSpPr>
          <p:spPr>
            <a:xfrm>
              <a:off x="15811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waveOval_316_155_8">
              <a:extLst>
                <a:ext uri="{FF2B5EF4-FFF2-40B4-BE49-F238E27FC236}">
                  <a16:creationId xmlns:a16="http://schemas.microsoft.com/office/drawing/2014/main" id="{6FFC9456-DA52-C410-5191-818CE40DB83F}"/>
                </a:ext>
              </a:extLst>
            </p:cNvPr>
            <p:cNvSpPr/>
            <p:nvPr/>
          </p:nvSpPr>
          <p:spPr>
            <a:xfrm>
              <a:off x="18224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BC2597C-C8D9-056F-E664-52B476614BA8}"/>
              </a:ext>
            </a:extLst>
          </p:cNvPr>
          <p:cNvGrpSpPr/>
          <p:nvPr/>
        </p:nvGrpSpPr>
        <p:grpSpPr>
          <a:xfrm>
            <a:off x="-190500" y="4470400"/>
            <a:ext cx="21869400" cy="2060448"/>
            <a:chOff x="-190500" y="4470400"/>
            <a:chExt cx="21869400" cy="2060448"/>
          </a:xfrm>
          <a:solidFill>
            <a:srgbClr val="26CDDC">
              <a:alpha val="92000"/>
            </a:srgbClr>
          </a:solidFill>
        </p:grpSpPr>
        <p:sp>
          <p:nvSpPr>
            <p:cNvPr id="16" name="waveRect_352_225">
              <a:extLst>
                <a:ext uri="{FF2B5EF4-FFF2-40B4-BE49-F238E27FC236}">
                  <a16:creationId xmlns:a16="http://schemas.microsoft.com/office/drawing/2014/main" id="{EFB3DFF6-A741-3687-5458-62BF67D768DB}"/>
                </a:ext>
              </a:extLst>
            </p:cNvPr>
            <p:cNvSpPr/>
            <p:nvPr/>
          </p:nvSpPr>
          <p:spPr>
            <a:xfrm>
              <a:off x="-190500" y="4747768"/>
              <a:ext cx="18288000" cy="178308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waveOval_352_225_0">
              <a:extLst>
                <a:ext uri="{FF2B5EF4-FFF2-40B4-BE49-F238E27FC236}">
                  <a16:creationId xmlns:a16="http://schemas.microsoft.com/office/drawing/2014/main" id="{FDA0C588-1F24-89A9-BD10-F8878997C46F}"/>
                </a:ext>
              </a:extLst>
            </p:cNvPr>
            <p:cNvSpPr/>
            <p:nvPr/>
          </p:nvSpPr>
          <p:spPr>
            <a:xfrm>
              <a:off x="-190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waveOval_352_225_1">
              <a:extLst>
                <a:ext uri="{FF2B5EF4-FFF2-40B4-BE49-F238E27FC236}">
                  <a16:creationId xmlns:a16="http://schemas.microsoft.com/office/drawing/2014/main" id="{6C1E94F3-89CA-E8E4-F8B6-7EBFA8655CC5}"/>
                </a:ext>
              </a:extLst>
            </p:cNvPr>
            <p:cNvSpPr/>
            <p:nvPr/>
          </p:nvSpPr>
          <p:spPr>
            <a:xfrm>
              <a:off x="2222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waveOval_352_225_2">
              <a:extLst>
                <a:ext uri="{FF2B5EF4-FFF2-40B4-BE49-F238E27FC236}">
                  <a16:creationId xmlns:a16="http://schemas.microsoft.com/office/drawing/2014/main" id="{D6ADA2E3-B2CC-A710-54DC-75BDEF9E6762}"/>
                </a:ext>
              </a:extLst>
            </p:cNvPr>
            <p:cNvSpPr/>
            <p:nvPr/>
          </p:nvSpPr>
          <p:spPr>
            <a:xfrm>
              <a:off x="4635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waveOval_352_225_3">
              <a:extLst>
                <a:ext uri="{FF2B5EF4-FFF2-40B4-BE49-F238E27FC236}">
                  <a16:creationId xmlns:a16="http://schemas.microsoft.com/office/drawing/2014/main" id="{9EC148A4-1D7A-8F3B-C358-4DADC9D0B754}"/>
                </a:ext>
              </a:extLst>
            </p:cNvPr>
            <p:cNvSpPr/>
            <p:nvPr/>
          </p:nvSpPr>
          <p:spPr>
            <a:xfrm>
              <a:off x="7048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waveOval_352_225_4">
              <a:extLst>
                <a:ext uri="{FF2B5EF4-FFF2-40B4-BE49-F238E27FC236}">
                  <a16:creationId xmlns:a16="http://schemas.microsoft.com/office/drawing/2014/main" id="{BB17AE96-4F3E-CEB5-D163-F9FE7176C15F}"/>
                </a:ext>
              </a:extLst>
            </p:cNvPr>
            <p:cNvSpPr/>
            <p:nvPr/>
          </p:nvSpPr>
          <p:spPr>
            <a:xfrm>
              <a:off x="9461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waveOval_352_225_5">
              <a:extLst>
                <a:ext uri="{FF2B5EF4-FFF2-40B4-BE49-F238E27FC236}">
                  <a16:creationId xmlns:a16="http://schemas.microsoft.com/office/drawing/2014/main" id="{304CA4ED-81FE-8E22-8AE7-EC6210449690}"/>
                </a:ext>
              </a:extLst>
            </p:cNvPr>
            <p:cNvSpPr/>
            <p:nvPr/>
          </p:nvSpPr>
          <p:spPr>
            <a:xfrm>
              <a:off x="11874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waveOval_352_225_6">
              <a:extLst>
                <a:ext uri="{FF2B5EF4-FFF2-40B4-BE49-F238E27FC236}">
                  <a16:creationId xmlns:a16="http://schemas.microsoft.com/office/drawing/2014/main" id="{DB97C735-7352-A3E6-CC30-BA57D1E3D13D}"/>
                </a:ext>
              </a:extLst>
            </p:cNvPr>
            <p:cNvSpPr/>
            <p:nvPr/>
          </p:nvSpPr>
          <p:spPr>
            <a:xfrm>
              <a:off x="14287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waveOval_352_225_7">
              <a:extLst>
                <a:ext uri="{FF2B5EF4-FFF2-40B4-BE49-F238E27FC236}">
                  <a16:creationId xmlns:a16="http://schemas.microsoft.com/office/drawing/2014/main" id="{460160D3-E35F-DDBB-6054-32390527A226}"/>
                </a:ext>
              </a:extLst>
            </p:cNvPr>
            <p:cNvSpPr/>
            <p:nvPr/>
          </p:nvSpPr>
          <p:spPr>
            <a:xfrm>
              <a:off x="16700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waveOval_352_225_8">
              <a:extLst>
                <a:ext uri="{FF2B5EF4-FFF2-40B4-BE49-F238E27FC236}">
                  <a16:creationId xmlns:a16="http://schemas.microsoft.com/office/drawing/2014/main" id="{99BC691E-4B2B-C7FB-F927-1924B38FFF0B}"/>
                </a:ext>
              </a:extLst>
            </p:cNvPr>
            <p:cNvSpPr/>
            <p:nvPr/>
          </p:nvSpPr>
          <p:spPr>
            <a:xfrm>
              <a:off x="19113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079CE475-E070-46F2-8D78-02FD4A969205}"/>
              </a:ext>
            </a:extLst>
          </p:cNvPr>
          <p:cNvSpPr txBox="1"/>
          <p:nvPr/>
        </p:nvSpPr>
        <p:spPr>
          <a:xfrm>
            <a:off x="914400" y="58166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E1F2F9"/>
                </a:solidFill>
                <a:latin typeface="Aptos Display" panose="020B0004020202020204" pitchFamily="34" charset="0"/>
              </a:rPr>
              <a:t>Duplicate the wave, shift it, and advance automatically</a:t>
            </a:r>
            <a:endParaRPr lang="zh-CN" altLang="en-US" sz="1400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620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50"/>
    </mc:Choice>
    <mc:Fallback>
      <p:transition spd="slow" advClick="0" advTm="35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A2F909-F1BB-26DC-3BBA-43F19C36033D}"/>
              </a:ext>
            </a:extLst>
          </p:cNvPr>
          <p:cNvSpPr txBox="1"/>
          <p:nvPr/>
        </p:nvSpPr>
        <p:spPr>
          <a:xfrm>
            <a:off x="914400" y="711200"/>
            <a:ext cx="635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E1F2F9"/>
                </a:solidFill>
                <a:latin typeface="Aptos Display" panose="020B0004020202020204" pitchFamily="34" charset="0"/>
              </a:rPr>
              <a:t>Flowing wave</a:t>
            </a:r>
            <a:endParaRPr lang="zh-CN" altLang="en-US" sz="3000" b="1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A193BC-8AA2-5808-00F0-421871FD02B3}"/>
              </a:ext>
            </a:extLst>
          </p:cNvPr>
          <p:cNvSpPr txBox="1"/>
          <p:nvPr/>
        </p:nvSpPr>
        <p:spPr>
          <a:xfrm>
            <a:off x="939800" y="1371600"/>
            <a:ext cx="635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94B4C2"/>
                </a:solidFill>
                <a:latin typeface="Aptos Display" panose="020B0004020202020204" pitchFamily="34" charset="0"/>
              </a:rPr>
              <a:t>Editable PowerPoint frame animation</a:t>
            </a:r>
            <a:endParaRPr lang="zh-CN" altLang="en-US" sz="14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9B91E4-74C5-FB34-3054-C9D6D006962D}"/>
              </a:ext>
            </a:extLst>
          </p:cNvPr>
          <p:cNvSpPr txBox="1"/>
          <p:nvPr/>
        </p:nvSpPr>
        <p:spPr>
          <a:xfrm>
            <a:off x="10033000" y="812800"/>
            <a:ext cx="127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94B4C2"/>
                </a:solidFill>
                <a:latin typeface="Aptos Display" panose="020B0004020202020204" pitchFamily="34" charset="0"/>
              </a:rPr>
              <a:t>Frame 5 / 6</a:t>
            </a:r>
            <a:endParaRPr lang="zh-CN" altLang="en-US" sz="12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75A5C1D-5AC9-140B-A06E-7044041CC4EF}"/>
              </a:ext>
            </a:extLst>
          </p:cNvPr>
          <p:cNvGrpSpPr/>
          <p:nvPr/>
        </p:nvGrpSpPr>
        <p:grpSpPr>
          <a:xfrm>
            <a:off x="-2032000" y="4013200"/>
            <a:ext cx="21869400" cy="2641600"/>
            <a:chOff x="-2032000" y="4013200"/>
            <a:chExt cx="21869400" cy="2641600"/>
          </a:xfrm>
        </p:grpSpPr>
        <p:sp>
          <p:nvSpPr>
            <p:cNvPr id="5" name="waveRect_316_80">
              <a:extLst>
                <a:ext uri="{FF2B5EF4-FFF2-40B4-BE49-F238E27FC236}">
                  <a16:creationId xmlns:a16="http://schemas.microsoft.com/office/drawing/2014/main" id="{E70ECFD9-A622-BB9D-C054-E144A1B4E07A}"/>
                </a:ext>
              </a:extLst>
            </p:cNvPr>
            <p:cNvSpPr/>
            <p:nvPr/>
          </p:nvSpPr>
          <p:spPr>
            <a:xfrm>
              <a:off x="-2032000" y="4368800"/>
              <a:ext cx="18288000" cy="2286000"/>
            </a:xfrm>
            <a:prstGeom prst="rect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waveOval_316_80_0">
              <a:extLst>
                <a:ext uri="{FF2B5EF4-FFF2-40B4-BE49-F238E27FC236}">
                  <a16:creationId xmlns:a16="http://schemas.microsoft.com/office/drawing/2014/main" id="{8C4CB8CB-55E0-4B0B-3231-8F99E50B9384}"/>
                </a:ext>
              </a:extLst>
            </p:cNvPr>
            <p:cNvSpPr/>
            <p:nvPr/>
          </p:nvSpPr>
          <p:spPr>
            <a:xfrm>
              <a:off x="-2032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waveOval_316_80_1">
              <a:extLst>
                <a:ext uri="{FF2B5EF4-FFF2-40B4-BE49-F238E27FC236}">
                  <a16:creationId xmlns:a16="http://schemas.microsoft.com/office/drawing/2014/main" id="{710EE096-ABE7-E078-1DC4-FF23EC3EA15A}"/>
                </a:ext>
              </a:extLst>
            </p:cNvPr>
            <p:cNvSpPr/>
            <p:nvPr/>
          </p:nvSpPr>
          <p:spPr>
            <a:xfrm>
              <a:off x="381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waveOval_316_80_2">
              <a:extLst>
                <a:ext uri="{FF2B5EF4-FFF2-40B4-BE49-F238E27FC236}">
                  <a16:creationId xmlns:a16="http://schemas.microsoft.com/office/drawing/2014/main" id="{BE528D6E-4FF0-39C4-1467-ACD34D74C9BB}"/>
                </a:ext>
              </a:extLst>
            </p:cNvPr>
            <p:cNvSpPr/>
            <p:nvPr/>
          </p:nvSpPr>
          <p:spPr>
            <a:xfrm>
              <a:off x="2794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waveOval_316_80_3">
              <a:extLst>
                <a:ext uri="{FF2B5EF4-FFF2-40B4-BE49-F238E27FC236}">
                  <a16:creationId xmlns:a16="http://schemas.microsoft.com/office/drawing/2014/main" id="{68ADD6EC-609F-C424-111A-B25D20DB4AD1}"/>
                </a:ext>
              </a:extLst>
            </p:cNvPr>
            <p:cNvSpPr/>
            <p:nvPr/>
          </p:nvSpPr>
          <p:spPr>
            <a:xfrm>
              <a:off x="5207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waveOval_316_80_4">
              <a:extLst>
                <a:ext uri="{FF2B5EF4-FFF2-40B4-BE49-F238E27FC236}">
                  <a16:creationId xmlns:a16="http://schemas.microsoft.com/office/drawing/2014/main" id="{32599966-B14F-5CFA-D638-CFFBB4DC40E4}"/>
                </a:ext>
              </a:extLst>
            </p:cNvPr>
            <p:cNvSpPr/>
            <p:nvPr/>
          </p:nvSpPr>
          <p:spPr>
            <a:xfrm>
              <a:off x="7620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waveOval_316_80_5">
              <a:extLst>
                <a:ext uri="{FF2B5EF4-FFF2-40B4-BE49-F238E27FC236}">
                  <a16:creationId xmlns:a16="http://schemas.microsoft.com/office/drawing/2014/main" id="{86308BB2-CF66-2532-3238-BA10201CE402}"/>
                </a:ext>
              </a:extLst>
            </p:cNvPr>
            <p:cNvSpPr/>
            <p:nvPr/>
          </p:nvSpPr>
          <p:spPr>
            <a:xfrm>
              <a:off x="10033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waveOval_316_80_6">
              <a:extLst>
                <a:ext uri="{FF2B5EF4-FFF2-40B4-BE49-F238E27FC236}">
                  <a16:creationId xmlns:a16="http://schemas.microsoft.com/office/drawing/2014/main" id="{2D3FB7FD-9AD4-1087-EDD9-ED57DF82AAB6}"/>
                </a:ext>
              </a:extLst>
            </p:cNvPr>
            <p:cNvSpPr/>
            <p:nvPr/>
          </p:nvSpPr>
          <p:spPr>
            <a:xfrm>
              <a:off x="12446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waveOval_316_80_7">
              <a:extLst>
                <a:ext uri="{FF2B5EF4-FFF2-40B4-BE49-F238E27FC236}">
                  <a16:creationId xmlns:a16="http://schemas.microsoft.com/office/drawing/2014/main" id="{DB0B35A8-A7F7-5A42-3204-B3F545A04C14}"/>
                </a:ext>
              </a:extLst>
            </p:cNvPr>
            <p:cNvSpPr/>
            <p:nvPr/>
          </p:nvSpPr>
          <p:spPr>
            <a:xfrm>
              <a:off x="14859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waveOval_316_80_8">
              <a:extLst>
                <a:ext uri="{FF2B5EF4-FFF2-40B4-BE49-F238E27FC236}">
                  <a16:creationId xmlns:a16="http://schemas.microsoft.com/office/drawing/2014/main" id="{DAD2C507-7402-B94F-D1EE-697A7E368C35}"/>
                </a:ext>
              </a:extLst>
            </p:cNvPr>
            <p:cNvSpPr/>
            <p:nvPr/>
          </p:nvSpPr>
          <p:spPr>
            <a:xfrm>
              <a:off x="172720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380043E-3814-18A1-B93F-DCB82DF6BF0E}"/>
              </a:ext>
            </a:extLst>
          </p:cNvPr>
          <p:cNvGrpSpPr/>
          <p:nvPr/>
        </p:nvGrpSpPr>
        <p:grpSpPr>
          <a:xfrm>
            <a:off x="-1143000" y="4470400"/>
            <a:ext cx="21869400" cy="2060448"/>
            <a:chOff x="-1143000" y="4470400"/>
            <a:chExt cx="21869400" cy="2060448"/>
          </a:xfrm>
          <a:solidFill>
            <a:srgbClr val="26CDDC">
              <a:alpha val="92000"/>
            </a:srgbClr>
          </a:solidFill>
        </p:grpSpPr>
        <p:sp>
          <p:nvSpPr>
            <p:cNvPr id="16" name="waveRect_352_150">
              <a:extLst>
                <a:ext uri="{FF2B5EF4-FFF2-40B4-BE49-F238E27FC236}">
                  <a16:creationId xmlns:a16="http://schemas.microsoft.com/office/drawing/2014/main" id="{E42414AE-23A2-D37A-FDC1-C5BE1A3E994B}"/>
                </a:ext>
              </a:extLst>
            </p:cNvPr>
            <p:cNvSpPr/>
            <p:nvPr/>
          </p:nvSpPr>
          <p:spPr>
            <a:xfrm>
              <a:off x="-1143000" y="4747768"/>
              <a:ext cx="18288000" cy="178308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waveOval_352_150_0">
              <a:extLst>
                <a:ext uri="{FF2B5EF4-FFF2-40B4-BE49-F238E27FC236}">
                  <a16:creationId xmlns:a16="http://schemas.microsoft.com/office/drawing/2014/main" id="{B5DCF943-D75E-0671-D5E7-A7A62C24451D}"/>
                </a:ext>
              </a:extLst>
            </p:cNvPr>
            <p:cNvSpPr/>
            <p:nvPr/>
          </p:nvSpPr>
          <p:spPr>
            <a:xfrm>
              <a:off x="-1143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waveOval_352_150_1">
              <a:extLst>
                <a:ext uri="{FF2B5EF4-FFF2-40B4-BE49-F238E27FC236}">
                  <a16:creationId xmlns:a16="http://schemas.microsoft.com/office/drawing/2014/main" id="{E36CF779-032A-5110-C18D-76DEB8ABE149}"/>
                </a:ext>
              </a:extLst>
            </p:cNvPr>
            <p:cNvSpPr/>
            <p:nvPr/>
          </p:nvSpPr>
          <p:spPr>
            <a:xfrm>
              <a:off x="1270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waveOval_352_150_2">
              <a:extLst>
                <a:ext uri="{FF2B5EF4-FFF2-40B4-BE49-F238E27FC236}">
                  <a16:creationId xmlns:a16="http://schemas.microsoft.com/office/drawing/2014/main" id="{B7BB0281-A675-63F7-C5E6-CD54DF4E1EF6}"/>
                </a:ext>
              </a:extLst>
            </p:cNvPr>
            <p:cNvSpPr/>
            <p:nvPr/>
          </p:nvSpPr>
          <p:spPr>
            <a:xfrm>
              <a:off x="3683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waveOval_352_150_3">
              <a:extLst>
                <a:ext uri="{FF2B5EF4-FFF2-40B4-BE49-F238E27FC236}">
                  <a16:creationId xmlns:a16="http://schemas.microsoft.com/office/drawing/2014/main" id="{F4DEEF20-92A5-D075-87CD-2A2B6BB6C0A3}"/>
                </a:ext>
              </a:extLst>
            </p:cNvPr>
            <p:cNvSpPr/>
            <p:nvPr/>
          </p:nvSpPr>
          <p:spPr>
            <a:xfrm>
              <a:off x="6096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waveOval_352_150_4">
              <a:extLst>
                <a:ext uri="{FF2B5EF4-FFF2-40B4-BE49-F238E27FC236}">
                  <a16:creationId xmlns:a16="http://schemas.microsoft.com/office/drawing/2014/main" id="{8D59BBB4-34B0-E1B5-DBBD-F6FD0AD38386}"/>
                </a:ext>
              </a:extLst>
            </p:cNvPr>
            <p:cNvSpPr/>
            <p:nvPr/>
          </p:nvSpPr>
          <p:spPr>
            <a:xfrm>
              <a:off x="8509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waveOval_352_150_5">
              <a:extLst>
                <a:ext uri="{FF2B5EF4-FFF2-40B4-BE49-F238E27FC236}">
                  <a16:creationId xmlns:a16="http://schemas.microsoft.com/office/drawing/2014/main" id="{B3A59BEA-8803-DC97-A530-3BB436A17561}"/>
                </a:ext>
              </a:extLst>
            </p:cNvPr>
            <p:cNvSpPr/>
            <p:nvPr/>
          </p:nvSpPr>
          <p:spPr>
            <a:xfrm>
              <a:off x="10922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waveOval_352_150_6">
              <a:extLst>
                <a:ext uri="{FF2B5EF4-FFF2-40B4-BE49-F238E27FC236}">
                  <a16:creationId xmlns:a16="http://schemas.microsoft.com/office/drawing/2014/main" id="{1B444812-3B5E-5ED6-A90E-3C32E18B825E}"/>
                </a:ext>
              </a:extLst>
            </p:cNvPr>
            <p:cNvSpPr/>
            <p:nvPr/>
          </p:nvSpPr>
          <p:spPr>
            <a:xfrm>
              <a:off x="13335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waveOval_352_150_7">
              <a:extLst>
                <a:ext uri="{FF2B5EF4-FFF2-40B4-BE49-F238E27FC236}">
                  <a16:creationId xmlns:a16="http://schemas.microsoft.com/office/drawing/2014/main" id="{D19BEC4D-49E7-C425-37A9-883E2870FB51}"/>
                </a:ext>
              </a:extLst>
            </p:cNvPr>
            <p:cNvSpPr/>
            <p:nvPr/>
          </p:nvSpPr>
          <p:spPr>
            <a:xfrm>
              <a:off x="15748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waveOval_352_150_8">
              <a:extLst>
                <a:ext uri="{FF2B5EF4-FFF2-40B4-BE49-F238E27FC236}">
                  <a16:creationId xmlns:a16="http://schemas.microsoft.com/office/drawing/2014/main" id="{193AFC4C-7818-7348-0B4F-5DC34F9A529D}"/>
                </a:ext>
              </a:extLst>
            </p:cNvPr>
            <p:cNvSpPr/>
            <p:nvPr/>
          </p:nvSpPr>
          <p:spPr>
            <a:xfrm>
              <a:off x="181610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BAED108-C0B7-CF92-E8FB-23243A08FB64}"/>
              </a:ext>
            </a:extLst>
          </p:cNvPr>
          <p:cNvSpPr txBox="1"/>
          <p:nvPr/>
        </p:nvSpPr>
        <p:spPr>
          <a:xfrm>
            <a:off x="914400" y="58166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E1F2F9"/>
                </a:solidFill>
                <a:latin typeface="Aptos Display" panose="020B0004020202020204" pitchFamily="34" charset="0"/>
              </a:rPr>
              <a:t>Duplicate the wave, shift it, and advance automatically</a:t>
            </a:r>
            <a:endParaRPr lang="zh-CN" altLang="en-US" sz="1400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089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50"/>
    </mc:Choice>
    <mc:Fallback>
      <p:transition spd="slow" advClick="0" advTm="35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9F7D25-58CA-EFE1-7810-C65A66BD10AE}"/>
              </a:ext>
            </a:extLst>
          </p:cNvPr>
          <p:cNvSpPr txBox="1"/>
          <p:nvPr/>
        </p:nvSpPr>
        <p:spPr>
          <a:xfrm>
            <a:off x="914400" y="711200"/>
            <a:ext cx="635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E1F2F9"/>
                </a:solidFill>
                <a:latin typeface="Aptos Display" panose="020B0004020202020204" pitchFamily="34" charset="0"/>
              </a:rPr>
              <a:t>Flowing wave</a:t>
            </a:r>
            <a:endParaRPr lang="zh-CN" altLang="en-US" sz="3000" b="1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5C144E-0405-9999-B108-CBD3DE9465AA}"/>
              </a:ext>
            </a:extLst>
          </p:cNvPr>
          <p:cNvSpPr txBox="1"/>
          <p:nvPr/>
        </p:nvSpPr>
        <p:spPr>
          <a:xfrm>
            <a:off x="939800" y="1371600"/>
            <a:ext cx="635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94B4C2"/>
                </a:solidFill>
                <a:latin typeface="Aptos Display" panose="020B0004020202020204" pitchFamily="34" charset="0"/>
              </a:rPr>
              <a:t>Editable PowerPoint frame animation</a:t>
            </a:r>
            <a:endParaRPr lang="zh-CN" altLang="en-US" sz="14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C14069-ADB9-796C-AC5A-40712DF4A9C9}"/>
              </a:ext>
            </a:extLst>
          </p:cNvPr>
          <p:cNvSpPr txBox="1"/>
          <p:nvPr/>
        </p:nvSpPr>
        <p:spPr>
          <a:xfrm>
            <a:off x="10033000" y="812800"/>
            <a:ext cx="127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94B4C2"/>
                </a:solidFill>
                <a:latin typeface="Aptos Display" panose="020B0004020202020204" pitchFamily="34" charset="0"/>
              </a:rPr>
              <a:t>Frame 6 / 6</a:t>
            </a:r>
            <a:endParaRPr lang="zh-CN" altLang="en-US" sz="1200">
              <a:solidFill>
                <a:srgbClr val="94B4C2"/>
              </a:solidFill>
              <a:latin typeface="Aptos Display" panose="020B0004020202020204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905ADC7-1A02-4469-524F-C432D0AAD567}"/>
              </a:ext>
            </a:extLst>
          </p:cNvPr>
          <p:cNvGrpSpPr/>
          <p:nvPr/>
        </p:nvGrpSpPr>
        <p:grpSpPr>
          <a:xfrm>
            <a:off x="-2984500" y="4013200"/>
            <a:ext cx="21869400" cy="2641600"/>
            <a:chOff x="-2984500" y="4013200"/>
            <a:chExt cx="21869400" cy="2641600"/>
          </a:xfrm>
        </p:grpSpPr>
        <p:sp>
          <p:nvSpPr>
            <p:cNvPr id="5" name="waveRect_316_5">
              <a:extLst>
                <a:ext uri="{FF2B5EF4-FFF2-40B4-BE49-F238E27FC236}">
                  <a16:creationId xmlns:a16="http://schemas.microsoft.com/office/drawing/2014/main" id="{0B67DC6F-B639-0ACD-6F6A-178CC590F4A5}"/>
                </a:ext>
              </a:extLst>
            </p:cNvPr>
            <p:cNvSpPr/>
            <p:nvPr/>
          </p:nvSpPr>
          <p:spPr>
            <a:xfrm>
              <a:off x="-2984500" y="4368800"/>
              <a:ext cx="18288000" cy="2286000"/>
            </a:xfrm>
            <a:prstGeom prst="rect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waveOval_316_5_0">
              <a:extLst>
                <a:ext uri="{FF2B5EF4-FFF2-40B4-BE49-F238E27FC236}">
                  <a16:creationId xmlns:a16="http://schemas.microsoft.com/office/drawing/2014/main" id="{D65F7F14-C3EA-B5C4-6C8D-B6636B4A4DF5}"/>
                </a:ext>
              </a:extLst>
            </p:cNvPr>
            <p:cNvSpPr/>
            <p:nvPr/>
          </p:nvSpPr>
          <p:spPr>
            <a:xfrm>
              <a:off x="-2984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waveOval_316_5_1">
              <a:extLst>
                <a:ext uri="{FF2B5EF4-FFF2-40B4-BE49-F238E27FC236}">
                  <a16:creationId xmlns:a16="http://schemas.microsoft.com/office/drawing/2014/main" id="{AAD503F6-C144-091F-DA11-CBCB916A638A}"/>
                </a:ext>
              </a:extLst>
            </p:cNvPr>
            <p:cNvSpPr/>
            <p:nvPr/>
          </p:nvSpPr>
          <p:spPr>
            <a:xfrm>
              <a:off x="-571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waveOval_316_5_2">
              <a:extLst>
                <a:ext uri="{FF2B5EF4-FFF2-40B4-BE49-F238E27FC236}">
                  <a16:creationId xmlns:a16="http://schemas.microsoft.com/office/drawing/2014/main" id="{50731562-CF45-42EB-1B00-86309058C405}"/>
                </a:ext>
              </a:extLst>
            </p:cNvPr>
            <p:cNvSpPr/>
            <p:nvPr/>
          </p:nvSpPr>
          <p:spPr>
            <a:xfrm>
              <a:off x="1841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waveOval_316_5_3">
              <a:extLst>
                <a:ext uri="{FF2B5EF4-FFF2-40B4-BE49-F238E27FC236}">
                  <a16:creationId xmlns:a16="http://schemas.microsoft.com/office/drawing/2014/main" id="{D15FF43C-6662-A98E-AE66-1EA6298E4531}"/>
                </a:ext>
              </a:extLst>
            </p:cNvPr>
            <p:cNvSpPr/>
            <p:nvPr/>
          </p:nvSpPr>
          <p:spPr>
            <a:xfrm>
              <a:off x="4254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waveOval_316_5_4">
              <a:extLst>
                <a:ext uri="{FF2B5EF4-FFF2-40B4-BE49-F238E27FC236}">
                  <a16:creationId xmlns:a16="http://schemas.microsoft.com/office/drawing/2014/main" id="{6E3AC1EC-D2E9-4DF3-EF69-AAF7B0DB18B9}"/>
                </a:ext>
              </a:extLst>
            </p:cNvPr>
            <p:cNvSpPr/>
            <p:nvPr/>
          </p:nvSpPr>
          <p:spPr>
            <a:xfrm>
              <a:off x="6667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waveOval_316_5_5">
              <a:extLst>
                <a:ext uri="{FF2B5EF4-FFF2-40B4-BE49-F238E27FC236}">
                  <a16:creationId xmlns:a16="http://schemas.microsoft.com/office/drawing/2014/main" id="{266B9E7F-4980-7E38-F712-EF25C6D65A3B}"/>
                </a:ext>
              </a:extLst>
            </p:cNvPr>
            <p:cNvSpPr/>
            <p:nvPr/>
          </p:nvSpPr>
          <p:spPr>
            <a:xfrm>
              <a:off x="9080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waveOval_316_5_6">
              <a:extLst>
                <a:ext uri="{FF2B5EF4-FFF2-40B4-BE49-F238E27FC236}">
                  <a16:creationId xmlns:a16="http://schemas.microsoft.com/office/drawing/2014/main" id="{65338F51-9C3C-EC9F-EA69-64D95013FF4F}"/>
                </a:ext>
              </a:extLst>
            </p:cNvPr>
            <p:cNvSpPr/>
            <p:nvPr/>
          </p:nvSpPr>
          <p:spPr>
            <a:xfrm>
              <a:off x="11493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waveOval_316_5_7">
              <a:extLst>
                <a:ext uri="{FF2B5EF4-FFF2-40B4-BE49-F238E27FC236}">
                  <a16:creationId xmlns:a16="http://schemas.microsoft.com/office/drawing/2014/main" id="{9F68665E-0F84-2411-40E2-10AF017F3C22}"/>
                </a:ext>
              </a:extLst>
            </p:cNvPr>
            <p:cNvSpPr/>
            <p:nvPr/>
          </p:nvSpPr>
          <p:spPr>
            <a:xfrm>
              <a:off x="13906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waveOval_316_5_8">
              <a:extLst>
                <a:ext uri="{FF2B5EF4-FFF2-40B4-BE49-F238E27FC236}">
                  <a16:creationId xmlns:a16="http://schemas.microsoft.com/office/drawing/2014/main" id="{2D747349-391C-8654-8178-A5EB50904A7D}"/>
                </a:ext>
              </a:extLst>
            </p:cNvPr>
            <p:cNvSpPr/>
            <p:nvPr/>
          </p:nvSpPr>
          <p:spPr>
            <a:xfrm>
              <a:off x="16319500" y="4013200"/>
              <a:ext cx="2565400" cy="939800"/>
            </a:xfrm>
            <a:prstGeom prst="ellipse">
              <a:avLst/>
            </a:prstGeom>
            <a:solidFill>
              <a:srgbClr val="197D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0DF921-4C9C-0D29-03F0-628A6360F67D}"/>
              </a:ext>
            </a:extLst>
          </p:cNvPr>
          <p:cNvGrpSpPr/>
          <p:nvPr/>
        </p:nvGrpSpPr>
        <p:grpSpPr>
          <a:xfrm>
            <a:off x="-2095500" y="4470400"/>
            <a:ext cx="21869400" cy="2060448"/>
            <a:chOff x="-2095500" y="4470400"/>
            <a:chExt cx="21869400" cy="2060448"/>
          </a:xfrm>
          <a:solidFill>
            <a:srgbClr val="26CDDC">
              <a:alpha val="92000"/>
            </a:srgbClr>
          </a:solidFill>
        </p:grpSpPr>
        <p:sp>
          <p:nvSpPr>
            <p:cNvPr id="16" name="waveRect_352_75">
              <a:extLst>
                <a:ext uri="{FF2B5EF4-FFF2-40B4-BE49-F238E27FC236}">
                  <a16:creationId xmlns:a16="http://schemas.microsoft.com/office/drawing/2014/main" id="{D974F49C-4EBA-FE30-3CE1-D825BA153173}"/>
                </a:ext>
              </a:extLst>
            </p:cNvPr>
            <p:cNvSpPr/>
            <p:nvPr/>
          </p:nvSpPr>
          <p:spPr>
            <a:xfrm>
              <a:off x="-2095500" y="4747768"/>
              <a:ext cx="18288000" cy="178308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waveOval_352_75_0">
              <a:extLst>
                <a:ext uri="{FF2B5EF4-FFF2-40B4-BE49-F238E27FC236}">
                  <a16:creationId xmlns:a16="http://schemas.microsoft.com/office/drawing/2014/main" id="{C6DA6C2A-FDF9-536F-7D9C-414B2105573F}"/>
                </a:ext>
              </a:extLst>
            </p:cNvPr>
            <p:cNvSpPr/>
            <p:nvPr/>
          </p:nvSpPr>
          <p:spPr>
            <a:xfrm>
              <a:off x="-2095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waveOval_352_75_1">
              <a:extLst>
                <a:ext uri="{FF2B5EF4-FFF2-40B4-BE49-F238E27FC236}">
                  <a16:creationId xmlns:a16="http://schemas.microsoft.com/office/drawing/2014/main" id="{B59B853A-CAB4-7740-FF2C-577F667D2C17}"/>
                </a:ext>
              </a:extLst>
            </p:cNvPr>
            <p:cNvSpPr/>
            <p:nvPr/>
          </p:nvSpPr>
          <p:spPr>
            <a:xfrm>
              <a:off x="317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waveOval_352_75_2">
              <a:extLst>
                <a:ext uri="{FF2B5EF4-FFF2-40B4-BE49-F238E27FC236}">
                  <a16:creationId xmlns:a16="http://schemas.microsoft.com/office/drawing/2014/main" id="{E5415F52-B66C-84CE-DAE4-EB2B971C061E}"/>
                </a:ext>
              </a:extLst>
            </p:cNvPr>
            <p:cNvSpPr/>
            <p:nvPr/>
          </p:nvSpPr>
          <p:spPr>
            <a:xfrm>
              <a:off x="2730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waveOval_352_75_3">
              <a:extLst>
                <a:ext uri="{FF2B5EF4-FFF2-40B4-BE49-F238E27FC236}">
                  <a16:creationId xmlns:a16="http://schemas.microsoft.com/office/drawing/2014/main" id="{98EFAD23-40E1-F277-86D2-01DEEF556484}"/>
                </a:ext>
              </a:extLst>
            </p:cNvPr>
            <p:cNvSpPr/>
            <p:nvPr/>
          </p:nvSpPr>
          <p:spPr>
            <a:xfrm>
              <a:off x="5143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waveOval_352_75_4">
              <a:extLst>
                <a:ext uri="{FF2B5EF4-FFF2-40B4-BE49-F238E27FC236}">
                  <a16:creationId xmlns:a16="http://schemas.microsoft.com/office/drawing/2014/main" id="{A645D629-9925-79CA-E46E-9A48EBFB4C3C}"/>
                </a:ext>
              </a:extLst>
            </p:cNvPr>
            <p:cNvSpPr/>
            <p:nvPr/>
          </p:nvSpPr>
          <p:spPr>
            <a:xfrm>
              <a:off x="7556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waveOval_352_75_5">
              <a:extLst>
                <a:ext uri="{FF2B5EF4-FFF2-40B4-BE49-F238E27FC236}">
                  <a16:creationId xmlns:a16="http://schemas.microsoft.com/office/drawing/2014/main" id="{797AF065-06A2-8FC9-0B64-D7AF73AE95A4}"/>
                </a:ext>
              </a:extLst>
            </p:cNvPr>
            <p:cNvSpPr/>
            <p:nvPr/>
          </p:nvSpPr>
          <p:spPr>
            <a:xfrm>
              <a:off x="9969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waveOval_352_75_6">
              <a:extLst>
                <a:ext uri="{FF2B5EF4-FFF2-40B4-BE49-F238E27FC236}">
                  <a16:creationId xmlns:a16="http://schemas.microsoft.com/office/drawing/2014/main" id="{B5F20273-DC39-4BB8-5898-92F979F66342}"/>
                </a:ext>
              </a:extLst>
            </p:cNvPr>
            <p:cNvSpPr/>
            <p:nvPr/>
          </p:nvSpPr>
          <p:spPr>
            <a:xfrm>
              <a:off x="12382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waveOval_352_75_7">
              <a:extLst>
                <a:ext uri="{FF2B5EF4-FFF2-40B4-BE49-F238E27FC236}">
                  <a16:creationId xmlns:a16="http://schemas.microsoft.com/office/drawing/2014/main" id="{6CCB8706-00B4-59F7-241A-050C737A23D0}"/>
                </a:ext>
              </a:extLst>
            </p:cNvPr>
            <p:cNvSpPr/>
            <p:nvPr/>
          </p:nvSpPr>
          <p:spPr>
            <a:xfrm>
              <a:off x="14795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waveOval_352_75_8">
              <a:extLst>
                <a:ext uri="{FF2B5EF4-FFF2-40B4-BE49-F238E27FC236}">
                  <a16:creationId xmlns:a16="http://schemas.microsoft.com/office/drawing/2014/main" id="{2F7B903F-F7DA-E4E2-82ED-AA208DB5D368}"/>
                </a:ext>
              </a:extLst>
            </p:cNvPr>
            <p:cNvSpPr/>
            <p:nvPr/>
          </p:nvSpPr>
          <p:spPr>
            <a:xfrm>
              <a:off x="17208500" y="4470400"/>
              <a:ext cx="2565400" cy="733044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718B3C2A-138E-C8E1-2989-B7E6306A7309}"/>
              </a:ext>
            </a:extLst>
          </p:cNvPr>
          <p:cNvSpPr txBox="1"/>
          <p:nvPr/>
        </p:nvSpPr>
        <p:spPr>
          <a:xfrm>
            <a:off x="914400" y="58166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E1F2F9"/>
                </a:solidFill>
                <a:latin typeface="Aptos Display" panose="020B0004020202020204" pitchFamily="34" charset="0"/>
              </a:rPr>
              <a:t>Duplicate the wave, shift it, and advance automatically</a:t>
            </a:r>
            <a:endParaRPr lang="zh-CN" altLang="en-US" sz="1400">
              <a:solidFill>
                <a:srgbClr val="E1F2F9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803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50"/>
    </mc:Choice>
    <mc:Fallback>
      <p:transition spd="slow" advClick="0" advTm="35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3654</Words>
  <Application>Microsoft Office PowerPoint</Application>
  <PresentationFormat>自定义</PresentationFormat>
  <Paragraphs>36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dx f</dc:creator>
  <cp:lastModifiedBy>dx f</cp:lastModifiedBy>
  <cp:revision>1</cp:revision>
  <dcterms:created xsi:type="dcterms:W3CDTF">2026-09-13T14:08:53Z</dcterms:created>
  <dcterms:modified xsi:type="dcterms:W3CDTF">2026-09-13T14:08:53Z</dcterms:modified>
</cp:coreProperties>
</file>