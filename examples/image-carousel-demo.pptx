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50F59-B71A-432D-8B23-9C3085F3B924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2A8F4-BEBB-41CA-B0D1-F70F37DFB1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042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Image carousel construction</a:t>
            </a:r>
          </a:p>
          <a:p>
            <a:endParaRPr lang="en-US" altLang="zh-CN"/>
          </a:p>
          <a:p>
            <a:r>
              <a:rPr lang="en-US" altLang="zh-CN"/>
              <a:t>Duplicate the entire slide so the five picture frames keep their correspondence. Do not paste a canvas selection into an existing slide: object IDs can change and Morph may fail.</a:t>
            </a:r>
          </a:p>
          <a:p>
            <a:endParaRPr lang="en-US" altLang="zh-CN"/>
          </a:p>
          <a:p>
            <a:r>
              <a:rPr lang="en-US" altLang="zh-CN"/>
              <a:t>Within a slide, the image positions are filled counterclockwise. Across slides, each image moves clockwise to the next frame.</a:t>
            </a:r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Default: five slides, two-second Morph. Test WPS separately if needed.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2A8F4-BEBB-41CA-B0D1-F70F37DFB18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741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Image carousel construction</a:t>
            </a:r>
          </a:p>
          <a:p>
            <a:endParaRPr lang="en-US" altLang="zh-CN"/>
          </a:p>
          <a:p>
            <a:r>
              <a:rPr lang="en-US" altLang="zh-CN"/>
              <a:t>Duplicate the entire slide so the five picture frames keep their correspondence. Do not paste a canvas selection into an existing slide: object IDs can change and Morph may fail.</a:t>
            </a:r>
          </a:p>
          <a:p>
            <a:endParaRPr lang="en-US" altLang="zh-CN"/>
          </a:p>
          <a:p>
            <a:r>
              <a:rPr lang="en-US" altLang="zh-CN"/>
              <a:t>Within a slide, the image positions are filled counterclockwise. Across slides, each image moves clockwise to the next frame.</a:t>
            </a:r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Default: five slides, two-second Morph. Test WPS separately if needed.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2A8F4-BEBB-41CA-B0D1-F70F37DFB18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627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Image carousel construction</a:t>
            </a:r>
          </a:p>
          <a:p>
            <a:endParaRPr lang="en-US" altLang="zh-CN"/>
          </a:p>
          <a:p>
            <a:r>
              <a:rPr lang="en-US" altLang="zh-CN"/>
              <a:t>Duplicate the entire slide so the five picture frames keep their correspondence. Do not paste a canvas selection into an existing slide: object IDs can change and Morph may fail.</a:t>
            </a:r>
          </a:p>
          <a:p>
            <a:endParaRPr lang="en-US" altLang="zh-CN"/>
          </a:p>
          <a:p>
            <a:r>
              <a:rPr lang="en-US" altLang="zh-CN"/>
              <a:t>Within a slide, the image positions are filled counterclockwise. Across slides, each image moves clockwise to the next frame.</a:t>
            </a:r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Default: five slides, two-second Morph. Test WPS separately if needed.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2A8F4-BEBB-41CA-B0D1-F70F37DFB18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589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Image carousel construction</a:t>
            </a:r>
          </a:p>
          <a:p>
            <a:endParaRPr lang="en-US" altLang="zh-CN"/>
          </a:p>
          <a:p>
            <a:r>
              <a:rPr lang="en-US" altLang="zh-CN"/>
              <a:t>Duplicate the entire slide so the five picture frames keep their correspondence. Do not paste a canvas selection into an existing slide: object IDs can change and Morph may fail.</a:t>
            </a:r>
          </a:p>
          <a:p>
            <a:endParaRPr lang="en-US" altLang="zh-CN"/>
          </a:p>
          <a:p>
            <a:r>
              <a:rPr lang="en-US" altLang="zh-CN"/>
              <a:t>Within a slide, the image positions are filled counterclockwise. Across slides, each image moves clockwise to the next frame.</a:t>
            </a:r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Default: five slides, two-second Morph. Test WPS separately if needed.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2A8F4-BEBB-41CA-B0D1-F70F37DFB18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599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Image carousel construction</a:t>
            </a:r>
          </a:p>
          <a:p>
            <a:endParaRPr lang="en-US" altLang="zh-CN"/>
          </a:p>
          <a:p>
            <a:r>
              <a:rPr lang="en-US" altLang="zh-CN"/>
              <a:t>Duplicate the entire slide so the five picture frames keep their correspondence. Do not paste a canvas selection into an existing slide: object IDs can change and Morph may fail.</a:t>
            </a:r>
          </a:p>
          <a:p>
            <a:endParaRPr lang="en-US" altLang="zh-CN"/>
          </a:p>
          <a:p>
            <a:r>
              <a:rPr lang="en-US" altLang="zh-CN"/>
              <a:t>Within a slide, the image positions are filled counterclockwise. Across slides, each image moves clockwise to the next frame.</a:t>
            </a:r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Default: five slides, two-second Morph. Test WPS separately if needed.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2A8F4-BEBB-41CA-B0D1-F70F37DFB18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323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0BBCD-2F4D-A81B-A5F5-C3002F574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3D5F97-30F9-6772-FD90-B679161EA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09D680-9AC0-7382-BABF-D8D26C80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1520-CC42-4C99-B24B-9E8139154AD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842F85-5A43-3FD3-5483-81261AA5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93F7D8-020E-E302-0AB2-DC5BFE8F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571A9-F832-4C08-9082-702696CB0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055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3BE39-D9BE-1909-1F7D-4746A6F4D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FA904A-98B3-4217-BFE1-9EA9F58AE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F0C828-06DD-B228-953A-9E316165A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1520-CC42-4C99-B24B-9E8139154AD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0B4030-31F5-2BB4-236C-7E0232F61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C46164-58F8-295E-027B-6EF894A93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571A9-F832-4C08-9082-702696CB0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50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62C22A-529F-7C0E-44A7-AF19D70B0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E325DE-A9C0-5A46-9FED-271B4E7AF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4C1B5A-53B9-0F03-58D9-57D2D0D59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1520-CC42-4C99-B24B-9E8139154AD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4FF228-ED9E-3ECE-1FEE-6D1B1BD0F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07C4AD-70A0-874C-358E-72B1D5769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571A9-F832-4C08-9082-702696CB0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867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EFF8A-B918-BE44-5962-49F52D34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1810D0-DDE8-2641-97C6-9FC802B28D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70F68D-05C2-8A29-DB33-EEABBB262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54811A-8102-8F4E-4F29-73D3634F3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1520-CC42-4C99-B24B-9E8139154AD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7D3602-E325-2322-DA4A-139B25387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D794B2-6D08-A3D0-210F-AE56B0178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571A9-F832-4C08-9082-702696CB0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095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97240-6F46-A75C-2B85-D4D7E1123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7DB9A3-41C5-F762-7766-0A53587D2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87B7C5-85BF-0B20-D12D-DE1CA3CEB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FCACD9-7C6B-9E87-47C7-C36012402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41DC42-E30A-308F-8CB7-82DED2F7DB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A89E27-3A5C-2E86-C7CE-48EE4D3B0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1520-CC42-4C99-B24B-9E8139154AD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A1E2DD-D3DC-0D43-BF87-DD9AF721D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8A8383-30E5-8804-405C-C97E2CDF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571A9-F832-4C08-9082-702696CB0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43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9FA5B-16D2-2909-5F5C-87DE5810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91E54D-1DE3-1121-485C-DDA8FCF0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1520-CC42-4C99-B24B-9E8139154AD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3FC96F-EDD4-078D-55EC-F46FD629B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2A6A16-F343-E9AA-1483-478A92847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571A9-F832-4C08-9082-702696CB0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333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0343132-5173-4F3B-F0CF-7106380C2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1520-CC42-4C99-B24B-9E8139154AD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9DB8C6-172F-9A1C-C90A-FD3526B05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FB6361-98EE-FE17-976B-4881494DC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571A9-F832-4C08-9082-702696CB0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672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5DFEF-7463-9B4D-5983-21CA99B05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C49F92-EC0C-AA41-2952-874F6FB67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C6E7AA-D041-2578-C9F8-4FFCB9F3C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EE266D-7130-1775-975B-07D841E0E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1520-CC42-4C99-B24B-9E8139154AD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4941B0-701A-6852-0B65-64474A807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A53E0C-5A71-99F1-B2AA-74371FCFF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571A9-F832-4C08-9082-702696CB0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842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BD064B-ACFA-D8EC-59FC-5E94DFE2C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69776F6-3780-3CA8-3A7D-1AEFCAAF7E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657B09-AEE9-721B-5651-F9B6EE6EB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719FBE-A9F5-DA2F-9C8D-124A0BF1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1520-CC42-4C99-B24B-9E8139154AD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4782BB-E9FF-3FAE-5585-F90D6F878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3D1531-FA7C-8BFE-C7E6-88CF79AFF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571A9-F832-4C08-9082-702696CB0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667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6EEB43-0883-AD64-B557-8C8B0726B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9C605B-1A87-6F04-520C-3C40DDDA4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FD0FCC-A44B-033A-7078-DD08D866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1520-CC42-4C99-B24B-9E8139154AD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F9F73D-25EF-D20D-B0BB-23FE12037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ACA292-67C0-C7F1-B82F-A82B529C5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571A9-F832-4C08-9082-702696CB0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71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5F36156-4FA8-7D18-4524-88C45434FF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AE806D-F646-A9C8-669A-0BB1A6766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37EBDF-B1C8-D683-E887-77C58C578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1520-CC42-4C99-B24B-9E8139154AD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BA69DF-E86E-5629-5282-B76397529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856D37-BD72-6693-2CB9-B73D9B944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571A9-F832-4C08-9082-702696CB0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723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6381F2-4779-9BC2-A6FC-0249D291D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FFD7F1-9AAB-D702-2619-5F98BDED0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937588-DC07-FB57-31D5-C1660F35B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B1520-CC42-4C99-B24B-9E8139154AD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6B0AF0-A137-C117-0BCF-C40524076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8D91D7-9608-4EDF-7646-90E38B880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571A9-F832-4C08-9082-702696CB0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674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g"/><Relationship Id="rId5" Type="http://schemas.openxmlformats.org/officeDocument/2006/relationships/image" Target="../media/image1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g"/><Relationship Id="rId5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g"/><Relationship Id="rId5" Type="http://schemas.openxmlformats.org/officeDocument/2006/relationships/image" Target="../media/image5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dow-leftMid">
            <a:extLst>
              <a:ext uri="{FF2B5EF4-FFF2-40B4-BE49-F238E27FC236}">
                <a16:creationId xmlns:a16="http://schemas.microsoft.com/office/drawing/2014/main" id="{C62977EF-06C3-684D-9969-536A82B83FC7}"/>
              </a:ext>
            </a:extLst>
          </p:cNvPr>
          <p:cNvSpPr/>
          <p:nvPr/>
        </p:nvSpPr>
        <p:spPr>
          <a:xfrm>
            <a:off x="1625600" y="2984500"/>
            <a:ext cx="3238500" cy="2349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shadow-leftSmall">
            <a:extLst>
              <a:ext uri="{FF2B5EF4-FFF2-40B4-BE49-F238E27FC236}">
                <a16:creationId xmlns:a16="http://schemas.microsoft.com/office/drawing/2014/main" id="{202495C1-D95F-4964-2E8D-77A6C951B7ED}"/>
              </a:ext>
            </a:extLst>
          </p:cNvPr>
          <p:cNvSpPr/>
          <p:nvPr/>
        </p:nvSpPr>
        <p:spPr>
          <a:xfrm>
            <a:off x="355600" y="3302000"/>
            <a:ext cx="2286000" cy="1841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shadow-rightSmall">
            <a:extLst>
              <a:ext uri="{FF2B5EF4-FFF2-40B4-BE49-F238E27FC236}">
                <a16:creationId xmlns:a16="http://schemas.microsoft.com/office/drawing/2014/main" id="{9E38554F-9FEE-278E-BB36-404F978F3ED9}"/>
              </a:ext>
            </a:extLst>
          </p:cNvPr>
          <p:cNvSpPr/>
          <p:nvPr/>
        </p:nvSpPr>
        <p:spPr>
          <a:xfrm>
            <a:off x="9753600" y="3302000"/>
            <a:ext cx="2286000" cy="1841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hadow-rightMid">
            <a:extLst>
              <a:ext uri="{FF2B5EF4-FFF2-40B4-BE49-F238E27FC236}">
                <a16:creationId xmlns:a16="http://schemas.microsoft.com/office/drawing/2014/main" id="{6992C991-EDFA-51F0-7513-06FCE3B3586D}"/>
              </a:ext>
            </a:extLst>
          </p:cNvPr>
          <p:cNvSpPr/>
          <p:nvPr/>
        </p:nvSpPr>
        <p:spPr>
          <a:xfrm>
            <a:off x="7531100" y="2984500"/>
            <a:ext cx="3238500" cy="2349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hadow-center">
            <a:extLst>
              <a:ext uri="{FF2B5EF4-FFF2-40B4-BE49-F238E27FC236}">
                <a16:creationId xmlns:a16="http://schemas.microsoft.com/office/drawing/2014/main" id="{29C8D87B-9AEE-E9E8-8CBA-F86D6626AABC}"/>
              </a:ext>
            </a:extLst>
          </p:cNvPr>
          <p:cNvSpPr/>
          <p:nvPr/>
        </p:nvSpPr>
        <p:spPr>
          <a:xfrm>
            <a:off x="3911600" y="2667000"/>
            <a:ext cx="4572000" cy="27940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hoto-rightSmall">
            <a:extLst>
              <a:ext uri="{FF2B5EF4-FFF2-40B4-BE49-F238E27FC236}">
                <a16:creationId xmlns:a16="http://schemas.microsoft.com/office/drawing/2014/main" id="{76D14EE4-6DE0-9007-3481-5CFFB2BC9666}"/>
              </a:ext>
            </a:extLst>
          </p:cNvPr>
          <p:cNvSpPr/>
          <p:nvPr/>
        </p:nvSpPr>
        <p:spPr>
          <a:xfrm>
            <a:off x="9652000" y="3175000"/>
            <a:ext cx="2286000" cy="18415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1107E71-9B3A-B1A4-CD93-06A54FAE457C}"/>
              </a:ext>
            </a:extLst>
          </p:cNvPr>
          <p:cNvSpPr txBox="1"/>
          <p:nvPr/>
        </p:nvSpPr>
        <p:spPr>
          <a:xfrm>
            <a:off x="787400" y="533400"/>
            <a:ext cx="635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800" b="1">
                <a:solidFill>
                  <a:srgbClr val="1E1E1E"/>
                </a:solidFill>
                <a:latin typeface="Arial" panose="020B0604020202020204" pitchFamily="34" charset="0"/>
              </a:rPr>
              <a:t>Image Carousel</a:t>
            </a:r>
            <a:endParaRPr lang="zh-CN" altLang="en-US" sz="2800" b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4549F7-8DDD-DF5D-F051-6BC2FF28854C}"/>
              </a:ext>
            </a:extLst>
          </p:cNvPr>
          <p:cNvSpPr txBox="1"/>
          <p:nvPr/>
        </p:nvSpPr>
        <p:spPr>
          <a:xfrm>
            <a:off x="812800" y="1079500"/>
            <a:ext cx="825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6E6359"/>
                </a:solidFill>
                <a:latin typeface="Arial" panose="020B0604020202020204" pitchFamily="34" charset="0"/>
              </a:rPr>
              <a:t>Keep matching picture frames for a smooth Morph transition</a:t>
            </a:r>
            <a:endParaRPr lang="zh-CN" altLang="en-US" sz="1400">
              <a:solidFill>
                <a:srgbClr val="6E6359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623D9C-5118-4DB9-749D-6920D8F8F507}"/>
              </a:ext>
            </a:extLst>
          </p:cNvPr>
          <p:cNvSpPr txBox="1"/>
          <p:nvPr/>
        </p:nvSpPr>
        <p:spPr>
          <a:xfrm>
            <a:off x="812800" y="60198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6E6359"/>
                </a:solidFill>
                <a:latin typeface="Arial" panose="020B0604020202020204" pitchFamily="34" charset="0"/>
              </a:rPr>
              <a:t>Each image moves clockwise into the next position</a:t>
            </a:r>
            <a:endParaRPr lang="zh-CN" altLang="en-US" sz="1400">
              <a:solidFill>
                <a:srgbClr val="6E6359"/>
              </a:solidFill>
              <a:latin typeface="Arial" panose="020B0604020202020204" pitchFamily="34" charset="0"/>
            </a:endParaRPr>
          </a:p>
        </p:txBody>
      </p:sp>
      <p:sp>
        <p:nvSpPr>
          <p:cNvPr id="8" name="photo-rightMid">
            <a:extLst>
              <a:ext uri="{FF2B5EF4-FFF2-40B4-BE49-F238E27FC236}">
                <a16:creationId xmlns:a16="http://schemas.microsoft.com/office/drawing/2014/main" id="{577E4940-792A-0E72-6BFA-7C280FE2EEBF}"/>
              </a:ext>
            </a:extLst>
          </p:cNvPr>
          <p:cNvSpPr/>
          <p:nvPr/>
        </p:nvSpPr>
        <p:spPr>
          <a:xfrm>
            <a:off x="7429500" y="2857500"/>
            <a:ext cx="3238500" cy="23495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photo-leftSmall">
            <a:extLst>
              <a:ext uri="{FF2B5EF4-FFF2-40B4-BE49-F238E27FC236}">
                <a16:creationId xmlns:a16="http://schemas.microsoft.com/office/drawing/2014/main" id="{2A76B507-E0B7-8CCE-0686-4CDADB3E2C52}"/>
              </a:ext>
            </a:extLst>
          </p:cNvPr>
          <p:cNvSpPr/>
          <p:nvPr/>
        </p:nvSpPr>
        <p:spPr>
          <a:xfrm>
            <a:off x="254000" y="3175000"/>
            <a:ext cx="2286000" cy="18415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hoto-leftMid">
            <a:extLst>
              <a:ext uri="{FF2B5EF4-FFF2-40B4-BE49-F238E27FC236}">
                <a16:creationId xmlns:a16="http://schemas.microsoft.com/office/drawing/2014/main" id="{846AA5C5-17FD-CBAA-8E79-0AB94290B5CE}"/>
              </a:ext>
            </a:extLst>
          </p:cNvPr>
          <p:cNvSpPr/>
          <p:nvPr/>
        </p:nvSpPr>
        <p:spPr>
          <a:xfrm>
            <a:off x="1524000" y="2857500"/>
            <a:ext cx="3238500" cy="23495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hoto-center">
            <a:extLst>
              <a:ext uri="{FF2B5EF4-FFF2-40B4-BE49-F238E27FC236}">
                <a16:creationId xmlns:a16="http://schemas.microsoft.com/office/drawing/2014/main" id="{F8A29F8E-251E-978B-33D6-9EFCC42B1A55}"/>
              </a:ext>
            </a:extLst>
          </p:cNvPr>
          <p:cNvSpPr/>
          <p:nvPr/>
        </p:nvSpPr>
        <p:spPr>
          <a:xfrm>
            <a:off x="3810000" y="2540000"/>
            <a:ext cx="4572000" cy="279400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625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dow-leftMid">
            <a:extLst>
              <a:ext uri="{FF2B5EF4-FFF2-40B4-BE49-F238E27FC236}">
                <a16:creationId xmlns:a16="http://schemas.microsoft.com/office/drawing/2014/main" id="{C62977EF-06C3-684D-9969-536A82B83FC7}"/>
              </a:ext>
            </a:extLst>
          </p:cNvPr>
          <p:cNvSpPr/>
          <p:nvPr/>
        </p:nvSpPr>
        <p:spPr>
          <a:xfrm>
            <a:off x="1625600" y="2984500"/>
            <a:ext cx="3238500" cy="2349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shadow-leftSmall">
            <a:extLst>
              <a:ext uri="{FF2B5EF4-FFF2-40B4-BE49-F238E27FC236}">
                <a16:creationId xmlns:a16="http://schemas.microsoft.com/office/drawing/2014/main" id="{202495C1-D95F-4964-2E8D-77A6C951B7ED}"/>
              </a:ext>
            </a:extLst>
          </p:cNvPr>
          <p:cNvSpPr/>
          <p:nvPr/>
        </p:nvSpPr>
        <p:spPr>
          <a:xfrm>
            <a:off x="355600" y="3302000"/>
            <a:ext cx="2286000" cy="1841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shadow-rightSmall">
            <a:extLst>
              <a:ext uri="{FF2B5EF4-FFF2-40B4-BE49-F238E27FC236}">
                <a16:creationId xmlns:a16="http://schemas.microsoft.com/office/drawing/2014/main" id="{9E38554F-9FEE-278E-BB36-404F978F3ED9}"/>
              </a:ext>
            </a:extLst>
          </p:cNvPr>
          <p:cNvSpPr/>
          <p:nvPr/>
        </p:nvSpPr>
        <p:spPr>
          <a:xfrm>
            <a:off x="9753600" y="3302000"/>
            <a:ext cx="2286000" cy="1841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hadow-rightMid">
            <a:extLst>
              <a:ext uri="{FF2B5EF4-FFF2-40B4-BE49-F238E27FC236}">
                <a16:creationId xmlns:a16="http://schemas.microsoft.com/office/drawing/2014/main" id="{6992C991-EDFA-51F0-7513-06FCE3B3586D}"/>
              </a:ext>
            </a:extLst>
          </p:cNvPr>
          <p:cNvSpPr/>
          <p:nvPr/>
        </p:nvSpPr>
        <p:spPr>
          <a:xfrm>
            <a:off x="7531100" y="2984500"/>
            <a:ext cx="3238500" cy="2349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hadow-center">
            <a:extLst>
              <a:ext uri="{FF2B5EF4-FFF2-40B4-BE49-F238E27FC236}">
                <a16:creationId xmlns:a16="http://schemas.microsoft.com/office/drawing/2014/main" id="{29C8D87B-9AEE-E9E8-8CBA-F86D6626AABC}"/>
              </a:ext>
            </a:extLst>
          </p:cNvPr>
          <p:cNvSpPr/>
          <p:nvPr/>
        </p:nvSpPr>
        <p:spPr>
          <a:xfrm>
            <a:off x="3911600" y="2667000"/>
            <a:ext cx="4572000" cy="27940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hoto-rightSmall">
            <a:extLst>
              <a:ext uri="{FF2B5EF4-FFF2-40B4-BE49-F238E27FC236}">
                <a16:creationId xmlns:a16="http://schemas.microsoft.com/office/drawing/2014/main" id="{76D14EE4-6DE0-9007-3481-5CFFB2BC9666}"/>
              </a:ext>
            </a:extLst>
          </p:cNvPr>
          <p:cNvSpPr/>
          <p:nvPr/>
        </p:nvSpPr>
        <p:spPr>
          <a:xfrm>
            <a:off x="9652000" y="3175000"/>
            <a:ext cx="2286000" cy="18415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1107E71-9B3A-B1A4-CD93-06A54FAE457C}"/>
              </a:ext>
            </a:extLst>
          </p:cNvPr>
          <p:cNvSpPr txBox="1"/>
          <p:nvPr/>
        </p:nvSpPr>
        <p:spPr>
          <a:xfrm>
            <a:off x="787400" y="533400"/>
            <a:ext cx="635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800" b="1">
                <a:solidFill>
                  <a:srgbClr val="1E1E1E"/>
                </a:solidFill>
                <a:latin typeface="Arial" panose="020B0604020202020204" pitchFamily="34" charset="0"/>
              </a:rPr>
              <a:t>Image Carousel</a:t>
            </a:r>
            <a:endParaRPr lang="zh-CN" altLang="en-US" sz="2800" b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4549F7-8DDD-DF5D-F051-6BC2FF28854C}"/>
              </a:ext>
            </a:extLst>
          </p:cNvPr>
          <p:cNvSpPr txBox="1"/>
          <p:nvPr/>
        </p:nvSpPr>
        <p:spPr>
          <a:xfrm>
            <a:off x="812800" y="1079500"/>
            <a:ext cx="825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6E6359"/>
                </a:solidFill>
                <a:latin typeface="Arial" panose="020B0604020202020204" pitchFamily="34" charset="0"/>
              </a:rPr>
              <a:t>Keep matching picture frames for a smooth Morph transition</a:t>
            </a:r>
            <a:endParaRPr lang="zh-CN" altLang="en-US" sz="1400">
              <a:solidFill>
                <a:srgbClr val="6E6359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623D9C-5118-4DB9-749D-6920D8F8F507}"/>
              </a:ext>
            </a:extLst>
          </p:cNvPr>
          <p:cNvSpPr txBox="1"/>
          <p:nvPr/>
        </p:nvSpPr>
        <p:spPr>
          <a:xfrm>
            <a:off x="812800" y="60198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6E6359"/>
                </a:solidFill>
                <a:latin typeface="Arial" panose="020B0604020202020204" pitchFamily="34" charset="0"/>
              </a:rPr>
              <a:t>Each image moves clockwise into the next position</a:t>
            </a:r>
            <a:endParaRPr lang="zh-CN" altLang="en-US" sz="1400">
              <a:solidFill>
                <a:srgbClr val="6E6359"/>
              </a:solidFill>
              <a:latin typeface="Arial" panose="020B0604020202020204" pitchFamily="34" charset="0"/>
            </a:endParaRPr>
          </a:p>
        </p:txBody>
      </p:sp>
      <p:sp>
        <p:nvSpPr>
          <p:cNvPr id="8" name="photo-rightMid">
            <a:extLst>
              <a:ext uri="{FF2B5EF4-FFF2-40B4-BE49-F238E27FC236}">
                <a16:creationId xmlns:a16="http://schemas.microsoft.com/office/drawing/2014/main" id="{577E4940-792A-0E72-6BFA-7C280FE2EEBF}"/>
              </a:ext>
            </a:extLst>
          </p:cNvPr>
          <p:cNvSpPr/>
          <p:nvPr/>
        </p:nvSpPr>
        <p:spPr>
          <a:xfrm>
            <a:off x="7429500" y="2857500"/>
            <a:ext cx="3238500" cy="23495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photo-leftSmall">
            <a:extLst>
              <a:ext uri="{FF2B5EF4-FFF2-40B4-BE49-F238E27FC236}">
                <a16:creationId xmlns:a16="http://schemas.microsoft.com/office/drawing/2014/main" id="{2A76B507-E0B7-8CCE-0686-4CDADB3E2C52}"/>
              </a:ext>
            </a:extLst>
          </p:cNvPr>
          <p:cNvSpPr/>
          <p:nvPr/>
        </p:nvSpPr>
        <p:spPr>
          <a:xfrm>
            <a:off x="254000" y="3175000"/>
            <a:ext cx="2286000" cy="18415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hoto-leftMid">
            <a:extLst>
              <a:ext uri="{FF2B5EF4-FFF2-40B4-BE49-F238E27FC236}">
                <a16:creationId xmlns:a16="http://schemas.microsoft.com/office/drawing/2014/main" id="{846AA5C5-17FD-CBAA-8E79-0AB94290B5CE}"/>
              </a:ext>
            </a:extLst>
          </p:cNvPr>
          <p:cNvSpPr/>
          <p:nvPr/>
        </p:nvSpPr>
        <p:spPr>
          <a:xfrm>
            <a:off x="1524000" y="2857500"/>
            <a:ext cx="3238500" cy="23495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hoto-center">
            <a:extLst>
              <a:ext uri="{FF2B5EF4-FFF2-40B4-BE49-F238E27FC236}">
                <a16:creationId xmlns:a16="http://schemas.microsoft.com/office/drawing/2014/main" id="{F8A29F8E-251E-978B-33D6-9EFCC42B1A55}"/>
              </a:ext>
            </a:extLst>
          </p:cNvPr>
          <p:cNvSpPr/>
          <p:nvPr/>
        </p:nvSpPr>
        <p:spPr>
          <a:xfrm>
            <a:off x="3810000" y="2540000"/>
            <a:ext cx="4572000" cy="279400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0775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dow-leftMid">
            <a:extLst>
              <a:ext uri="{FF2B5EF4-FFF2-40B4-BE49-F238E27FC236}">
                <a16:creationId xmlns:a16="http://schemas.microsoft.com/office/drawing/2014/main" id="{C62977EF-06C3-684D-9969-536A82B83FC7}"/>
              </a:ext>
            </a:extLst>
          </p:cNvPr>
          <p:cNvSpPr/>
          <p:nvPr/>
        </p:nvSpPr>
        <p:spPr>
          <a:xfrm>
            <a:off x="1625600" y="2984500"/>
            <a:ext cx="3238500" cy="2349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shadow-leftSmall">
            <a:extLst>
              <a:ext uri="{FF2B5EF4-FFF2-40B4-BE49-F238E27FC236}">
                <a16:creationId xmlns:a16="http://schemas.microsoft.com/office/drawing/2014/main" id="{202495C1-D95F-4964-2E8D-77A6C951B7ED}"/>
              </a:ext>
            </a:extLst>
          </p:cNvPr>
          <p:cNvSpPr/>
          <p:nvPr/>
        </p:nvSpPr>
        <p:spPr>
          <a:xfrm>
            <a:off x="355600" y="3302000"/>
            <a:ext cx="2286000" cy="1841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shadow-rightSmall">
            <a:extLst>
              <a:ext uri="{FF2B5EF4-FFF2-40B4-BE49-F238E27FC236}">
                <a16:creationId xmlns:a16="http://schemas.microsoft.com/office/drawing/2014/main" id="{9E38554F-9FEE-278E-BB36-404F978F3ED9}"/>
              </a:ext>
            </a:extLst>
          </p:cNvPr>
          <p:cNvSpPr/>
          <p:nvPr/>
        </p:nvSpPr>
        <p:spPr>
          <a:xfrm>
            <a:off x="9753600" y="3302000"/>
            <a:ext cx="2286000" cy="1841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hadow-rightMid">
            <a:extLst>
              <a:ext uri="{FF2B5EF4-FFF2-40B4-BE49-F238E27FC236}">
                <a16:creationId xmlns:a16="http://schemas.microsoft.com/office/drawing/2014/main" id="{6992C991-EDFA-51F0-7513-06FCE3B3586D}"/>
              </a:ext>
            </a:extLst>
          </p:cNvPr>
          <p:cNvSpPr/>
          <p:nvPr/>
        </p:nvSpPr>
        <p:spPr>
          <a:xfrm>
            <a:off x="7531100" y="2984500"/>
            <a:ext cx="3238500" cy="2349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hadow-center">
            <a:extLst>
              <a:ext uri="{FF2B5EF4-FFF2-40B4-BE49-F238E27FC236}">
                <a16:creationId xmlns:a16="http://schemas.microsoft.com/office/drawing/2014/main" id="{29C8D87B-9AEE-E9E8-8CBA-F86D6626AABC}"/>
              </a:ext>
            </a:extLst>
          </p:cNvPr>
          <p:cNvSpPr/>
          <p:nvPr/>
        </p:nvSpPr>
        <p:spPr>
          <a:xfrm>
            <a:off x="3911600" y="2667000"/>
            <a:ext cx="4572000" cy="27940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hoto-rightSmall">
            <a:extLst>
              <a:ext uri="{FF2B5EF4-FFF2-40B4-BE49-F238E27FC236}">
                <a16:creationId xmlns:a16="http://schemas.microsoft.com/office/drawing/2014/main" id="{76D14EE4-6DE0-9007-3481-5CFFB2BC9666}"/>
              </a:ext>
            </a:extLst>
          </p:cNvPr>
          <p:cNvSpPr/>
          <p:nvPr/>
        </p:nvSpPr>
        <p:spPr>
          <a:xfrm>
            <a:off x="9652000" y="3175000"/>
            <a:ext cx="2286000" cy="18415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1107E71-9B3A-B1A4-CD93-06A54FAE457C}"/>
              </a:ext>
            </a:extLst>
          </p:cNvPr>
          <p:cNvSpPr txBox="1"/>
          <p:nvPr/>
        </p:nvSpPr>
        <p:spPr>
          <a:xfrm>
            <a:off x="787400" y="533400"/>
            <a:ext cx="635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800" b="1">
                <a:solidFill>
                  <a:srgbClr val="1E1E1E"/>
                </a:solidFill>
                <a:latin typeface="Arial" panose="020B0604020202020204" pitchFamily="34" charset="0"/>
              </a:rPr>
              <a:t>Image Carousel</a:t>
            </a:r>
            <a:endParaRPr lang="zh-CN" altLang="en-US" sz="2800" b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4549F7-8DDD-DF5D-F051-6BC2FF28854C}"/>
              </a:ext>
            </a:extLst>
          </p:cNvPr>
          <p:cNvSpPr txBox="1"/>
          <p:nvPr/>
        </p:nvSpPr>
        <p:spPr>
          <a:xfrm>
            <a:off x="812800" y="1079500"/>
            <a:ext cx="825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6E6359"/>
                </a:solidFill>
                <a:latin typeface="Arial" panose="020B0604020202020204" pitchFamily="34" charset="0"/>
              </a:rPr>
              <a:t>Keep matching picture frames for a smooth Morph transition</a:t>
            </a:r>
            <a:endParaRPr lang="zh-CN" altLang="en-US" sz="1400">
              <a:solidFill>
                <a:srgbClr val="6E6359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623D9C-5118-4DB9-749D-6920D8F8F507}"/>
              </a:ext>
            </a:extLst>
          </p:cNvPr>
          <p:cNvSpPr txBox="1"/>
          <p:nvPr/>
        </p:nvSpPr>
        <p:spPr>
          <a:xfrm>
            <a:off x="812800" y="60198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6E6359"/>
                </a:solidFill>
                <a:latin typeface="Arial" panose="020B0604020202020204" pitchFamily="34" charset="0"/>
              </a:rPr>
              <a:t>Each image moves clockwise into the next position</a:t>
            </a:r>
            <a:endParaRPr lang="zh-CN" altLang="en-US" sz="1400">
              <a:solidFill>
                <a:srgbClr val="6E6359"/>
              </a:solidFill>
              <a:latin typeface="Arial" panose="020B0604020202020204" pitchFamily="34" charset="0"/>
            </a:endParaRPr>
          </a:p>
        </p:txBody>
      </p:sp>
      <p:sp>
        <p:nvSpPr>
          <p:cNvPr id="8" name="photo-rightMid">
            <a:extLst>
              <a:ext uri="{FF2B5EF4-FFF2-40B4-BE49-F238E27FC236}">
                <a16:creationId xmlns:a16="http://schemas.microsoft.com/office/drawing/2014/main" id="{577E4940-792A-0E72-6BFA-7C280FE2EEBF}"/>
              </a:ext>
            </a:extLst>
          </p:cNvPr>
          <p:cNvSpPr/>
          <p:nvPr/>
        </p:nvSpPr>
        <p:spPr>
          <a:xfrm>
            <a:off x="7429500" y="2857500"/>
            <a:ext cx="3238500" cy="23495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photo-leftSmall">
            <a:extLst>
              <a:ext uri="{FF2B5EF4-FFF2-40B4-BE49-F238E27FC236}">
                <a16:creationId xmlns:a16="http://schemas.microsoft.com/office/drawing/2014/main" id="{2A76B507-E0B7-8CCE-0686-4CDADB3E2C52}"/>
              </a:ext>
            </a:extLst>
          </p:cNvPr>
          <p:cNvSpPr/>
          <p:nvPr/>
        </p:nvSpPr>
        <p:spPr>
          <a:xfrm>
            <a:off x="254000" y="3175000"/>
            <a:ext cx="2286000" cy="18415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hoto-leftMid">
            <a:extLst>
              <a:ext uri="{FF2B5EF4-FFF2-40B4-BE49-F238E27FC236}">
                <a16:creationId xmlns:a16="http://schemas.microsoft.com/office/drawing/2014/main" id="{846AA5C5-17FD-CBAA-8E79-0AB94290B5CE}"/>
              </a:ext>
            </a:extLst>
          </p:cNvPr>
          <p:cNvSpPr/>
          <p:nvPr/>
        </p:nvSpPr>
        <p:spPr>
          <a:xfrm>
            <a:off x="1524000" y="2857500"/>
            <a:ext cx="3238500" cy="23495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hoto-center">
            <a:extLst>
              <a:ext uri="{FF2B5EF4-FFF2-40B4-BE49-F238E27FC236}">
                <a16:creationId xmlns:a16="http://schemas.microsoft.com/office/drawing/2014/main" id="{F8A29F8E-251E-978B-33D6-9EFCC42B1A55}"/>
              </a:ext>
            </a:extLst>
          </p:cNvPr>
          <p:cNvSpPr/>
          <p:nvPr/>
        </p:nvSpPr>
        <p:spPr>
          <a:xfrm>
            <a:off x="3810000" y="2540000"/>
            <a:ext cx="4572000" cy="279400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4012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dow-leftMid">
            <a:extLst>
              <a:ext uri="{FF2B5EF4-FFF2-40B4-BE49-F238E27FC236}">
                <a16:creationId xmlns:a16="http://schemas.microsoft.com/office/drawing/2014/main" id="{C62977EF-06C3-684D-9969-536A82B83FC7}"/>
              </a:ext>
            </a:extLst>
          </p:cNvPr>
          <p:cNvSpPr/>
          <p:nvPr/>
        </p:nvSpPr>
        <p:spPr>
          <a:xfrm>
            <a:off x="1625600" y="2984500"/>
            <a:ext cx="3238500" cy="2349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shadow-leftSmall">
            <a:extLst>
              <a:ext uri="{FF2B5EF4-FFF2-40B4-BE49-F238E27FC236}">
                <a16:creationId xmlns:a16="http://schemas.microsoft.com/office/drawing/2014/main" id="{202495C1-D95F-4964-2E8D-77A6C951B7ED}"/>
              </a:ext>
            </a:extLst>
          </p:cNvPr>
          <p:cNvSpPr/>
          <p:nvPr/>
        </p:nvSpPr>
        <p:spPr>
          <a:xfrm>
            <a:off x="355600" y="3302000"/>
            <a:ext cx="2286000" cy="1841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shadow-rightSmall">
            <a:extLst>
              <a:ext uri="{FF2B5EF4-FFF2-40B4-BE49-F238E27FC236}">
                <a16:creationId xmlns:a16="http://schemas.microsoft.com/office/drawing/2014/main" id="{9E38554F-9FEE-278E-BB36-404F978F3ED9}"/>
              </a:ext>
            </a:extLst>
          </p:cNvPr>
          <p:cNvSpPr/>
          <p:nvPr/>
        </p:nvSpPr>
        <p:spPr>
          <a:xfrm>
            <a:off x="9753600" y="3302000"/>
            <a:ext cx="2286000" cy="1841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hadow-rightMid">
            <a:extLst>
              <a:ext uri="{FF2B5EF4-FFF2-40B4-BE49-F238E27FC236}">
                <a16:creationId xmlns:a16="http://schemas.microsoft.com/office/drawing/2014/main" id="{6992C991-EDFA-51F0-7513-06FCE3B3586D}"/>
              </a:ext>
            </a:extLst>
          </p:cNvPr>
          <p:cNvSpPr/>
          <p:nvPr/>
        </p:nvSpPr>
        <p:spPr>
          <a:xfrm>
            <a:off x="7531100" y="2984500"/>
            <a:ext cx="3238500" cy="2349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hadow-center">
            <a:extLst>
              <a:ext uri="{FF2B5EF4-FFF2-40B4-BE49-F238E27FC236}">
                <a16:creationId xmlns:a16="http://schemas.microsoft.com/office/drawing/2014/main" id="{29C8D87B-9AEE-E9E8-8CBA-F86D6626AABC}"/>
              </a:ext>
            </a:extLst>
          </p:cNvPr>
          <p:cNvSpPr/>
          <p:nvPr/>
        </p:nvSpPr>
        <p:spPr>
          <a:xfrm>
            <a:off x="3911600" y="2667000"/>
            <a:ext cx="4572000" cy="27940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hoto-rightSmall">
            <a:extLst>
              <a:ext uri="{FF2B5EF4-FFF2-40B4-BE49-F238E27FC236}">
                <a16:creationId xmlns:a16="http://schemas.microsoft.com/office/drawing/2014/main" id="{76D14EE4-6DE0-9007-3481-5CFFB2BC9666}"/>
              </a:ext>
            </a:extLst>
          </p:cNvPr>
          <p:cNvSpPr/>
          <p:nvPr/>
        </p:nvSpPr>
        <p:spPr>
          <a:xfrm>
            <a:off x="9652000" y="3175000"/>
            <a:ext cx="2286000" cy="18415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1107E71-9B3A-B1A4-CD93-06A54FAE457C}"/>
              </a:ext>
            </a:extLst>
          </p:cNvPr>
          <p:cNvSpPr txBox="1"/>
          <p:nvPr/>
        </p:nvSpPr>
        <p:spPr>
          <a:xfrm>
            <a:off x="787400" y="533400"/>
            <a:ext cx="635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800" b="1">
                <a:solidFill>
                  <a:srgbClr val="1E1E1E"/>
                </a:solidFill>
                <a:latin typeface="Arial" panose="020B0604020202020204" pitchFamily="34" charset="0"/>
              </a:rPr>
              <a:t>Image Carousel</a:t>
            </a:r>
            <a:endParaRPr lang="zh-CN" altLang="en-US" sz="2800" b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4549F7-8DDD-DF5D-F051-6BC2FF28854C}"/>
              </a:ext>
            </a:extLst>
          </p:cNvPr>
          <p:cNvSpPr txBox="1"/>
          <p:nvPr/>
        </p:nvSpPr>
        <p:spPr>
          <a:xfrm>
            <a:off x="812800" y="1079500"/>
            <a:ext cx="825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6E6359"/>
                </a:solidFill>
                <a:latin typeface="Arial" panose="020B0604020202020204" pitchFamily="34" charset="0"/>
              </a:rPr>
              <a:t>Keep matching picture frames for a smooth Morph transition</a:t>
            </a:r>
            <a:endParaRPr lang="zh-CN" altLang="en-US" sz="1400">
              <a:solidFill>
                <a:srgbClr val="6E6359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623D9C-5118-4DB9-749D-6920D8F8F507}"/>
              </a:ext>
            </a:extLst>
          </p:cNvPr>
          <p:cNvSpPr txBox="1"/>
          <p:nvPr/>
        </p:nvSpPr>
        <p:spPr>
          <a:xfrm>
            <a:off x="812800" y="60198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6E6359"/>
                </a:solidFill>
                <a:latin typeface="Arial" panose="020B0604020202020204" pitchFamily="34" charset="0"/>
              </a:rPr>
              <a:t>Each image moves clockwise into the next position</a:t>
            </a:r>
            <a:endParaRPr lang="zh-CN" altLang="en-US" sz="1400">
              <a:solidFill>
                <a:srgbClr val="6E6359"/>
              </a:solidFill>
              <a:latin typeface="Arial" panose="020B0604020202020204" pitchFamily="34" charset="0"/>
            </a:endParaRPr>
          </a:p>
        </p:txBody>
      </p:sp>
      <p:sp>
        <p:nvSpPr>
          <p:cNvPr id="8" name="photo-rightMid">
            <a:extLst>
              <a:ext uri="{FF2B5EF4-FFF2-40B4-BE49-F238E27FC236}">
                <a16:creationId xmlns:a16="http://schemas.microsoft.com/office/drawing/2014/main" id="{577E4940-792A-0E72-6BFA-7C280FE2EEBF}"/>
              </a:ext>
            </a:extLst>
          </p:cNvPr>
          <p:cNvSpPr/>
          <p:nvPr/>
        </p:nvSpPr>
        <p:spPr>
          <a:xfrm>
            <a:off x="7429500" y="2857500"/>
            <a:ext cx="3238500" cy="23495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photo-leftSmall">
            <a:extLst>
              <a:ext uri="{FF2B5EF4-FFF2-40B4-BE49-F238E27FC236}">
                <a16:creationId xmlns:a16="http://schemas.microsoft.com/office/drawing/2014/main" id="{2A76B507-E0B7-8CCE-0686-4CDADB3E2C52}"/>
              </a:ext>
            </a:extLst>
          </p:cNvPr>
          <p:cNvSpPr/>
          <p:nvPr/>
        </p:nvSpPr>
        <p:spPr>
          <a:xfrm>
            <a:off x="254000" y="3175000"/>
            <a:ext cx="2286000" cy="18415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hoto-leftMid">
            <a:extLst>
              <a:ext uri="{FF2B5EF4-FFF2-40B4-BE49-F238E27FC236}">
                <a16:creationId xmlns:a16="http://schemas.microsoft.com/office/drawing/2014/main" id="{846AA5C5-17FD-CBAA-8E79-0AB94290B5CE}"/>
              </a:ext>
            </a:extLst>
          </p:cNvPr>
          <p:cNvSpPr/>
          <p:nvPr/>
        </p:nvSpPr>
        <p:spPr>
          <a:xfrm>
            <a:off x="1524000" y="2857500"/>
            <a:ext cx="3238500" cy="23495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hoto-center">
            <a:extLst>
              <a:ext uri="{FF2B5EF4-FFF2-40B4-BE49-F238E27FC236}">
                <a16:creationId xmlns:a16="http://schemas.microsoft.com/office/drawing/2014/main" id="{F8A29F8E-251E-978B-33D6-9EFCC42B1A55}"/>
              </a:ext>
            </a:extLst>
          </p:cNvPr>
          <p:cNvSpPr/>
          <p:nvPr/>
        </p:nvSpPr>
        <p:spPr>
          <a:xfrm>
            <a:off x="3810000" y="2540000"/>
            <a:ext cx="4572000" cy="279400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471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dow-leftMid">
            <a:extLst>
              <a:ext uri="{FF2B5EF4-FFF2-40B4-BE49-F238E27FC236}">
                <a16:creationId xmlns:a16="http://schemas.microsoft.com/office/drawing/2014/main" id="{C62977EF-06C3-684D-9969-536A82B83FC7}"/>
              </a:ext>
            </a:extLst>
          </p:cNvPr>
          <p:cNvSpPr/>
          <p:nvPr/>
        </p:nvSpPr>
        <p:spPr>
          <a:xfrm>
            <a:off x="1625600" y="2984500"/>
            <a:ext cx="3238500" cy="2349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shadow-leftSmall">
            <a:extLst>
              <a:ext uri="{FF2B5EF4-FFF2-40B4-BE49-F238E27FC236}">
                <a16:creationId xmlns:a16="http://schemas.microsoft.com/office/drawing/2014/main" id="{202495C1-D95F-4964-2E8D-77A6C951B7ED}"/>
              </a:ext>
            </a:extLst>
          </p:cNvPr>
          <p:cNvSpPr/>
          <p:nvPr/>
        </p:nvSpPr>
        <p:spPr>
          <a:xfrm>
            <a:off x="355600" y="3302000"/>
            <a:ext cx="2286000" cy="1841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shadow-rightSmall">
            <a:extLst>
              <a:ext uri="{FF2B5EF4-FFF2-40B4-BE49-F238E27FC236}">
                <a16:creationId xmlns:a16="http://schemas.microsoft.com/office/drawing/2014/main" id="{9E38554F-9FEE-278E-BB36-404F978F3ED9}"/>
              </a:ext>
            </a:extLst>
          </p:cNvPr>
          <p:cNvSpPr/>
          <p:nvPr/>
        </p:nvSpPr>
        <p:spPr>
          <a:xfrm>
            <a:off x="9753600" y="3302000"/>
            <a:ext cx="2286000" cy="1841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hadow-rightMid">
            <a:extLst>
              <a:ext uri="{FF2B5EF4-FFF2-40B4-BE49-F238E27FC236}">
                <a16:creationId xmlns:a16="http://schemas.microsoft.com/office/drawing/2014/main" id="{6992C991-EDFA-51F0-7513-06FCE3B3586D}"/>
              </a:ext>
            </a:extLst>
          </p:cNvPr>
          <p:cNvSpPr/>
          <p:nvPr/>
        </p:nvSpPr>
        <p:spPr>
          <a:xfrm>
            <a:off x="7531100" y="2984500"/>
            <a:ext cx="3238500" cy="23495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hadow-center">
            <a:extLst>
              <a:ext uri="{FF2B5EF4-FFF2-40B4-BE49-F238E27FC236}">
                <a16:creationId xmlns:a16="http://schemas.microsoft.com/office/drawing/2014/main" id="{29C8D87B-9AEE-E9E8-8CBA-F86D6626AABC}"/>
              </a:ext>
            </a:extLst>
          </p:cNvPr>
          <p:cNvSpPr/>
          <p:nvPr/>
        </p:nvSpPr>
        <p:spPr>
          <a:xfrm>
            <a:off x="3911600" y="2667000"/>
            <a:ext cx="4572000" cy="2794000"/>
          </a:xfrm>
          <a:prstGeom prst="roundRect">
            <a:avLst/>
          </a:prstGeom>
          <a:solidFill>
            <a:srgbClr val="D8D8D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hoto-rightSmall">
            <a:extLst>
              <a:ext uri="{FF2B5EF4-FFF2-40B4-BE49-F238E27FC236}">
                <a16:creationId xmlns:a16="http://schemas.microsoft.com/office/drawing/2014/main" id="{76D14EE4-6DE0-9007-3481-5CFFB2BC9666}"/>
              </a:ext>
            </a:extLst>
          </p:cNvPr>
          <p:cNvSpPr/>
          <p:nvPr/>
        </p:nvSpPr>
        <p:spPr>
          <a:xfrm>
            <a:off x="9652000" y="3175000"/>
            <a:ext cx="2286000" cy="18415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1107E71-9B3A-B1A4-CD93-06A54FAE457C}"/>
              </a:ext>
            </a:extLst>
          </p:cNvPr>
          <p:cNvSpPr txBox="1"/>
          <p:nvPr/>
        </p:nvSpPr>
        <p:spPr>
          <a:xfrm>
            <a:off x="787400" y="533400"/>
            <a:ext cx="635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800" b="1">
                <a:solidFill>
                  <a:srgbClr val="1E1E1E"/>
                </a:solidFill>
                <a:latin typeface="Arial" panose="020B0604020202020204" pitchFamily="34" charset="0"/>
              </a:rPr>
              <a:t>Image Carousel</a:t>
            </a:r>
            <a:endParaRPr lang="zh-CN" altLang="en-US" sz="2800" b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4549F7-8DDD-DF5D-F051-6BC2FF28854C}"/>
              </a:ext>
            </a:extLst>
          </p:cNvPr>
          <p:cNvSpPr txBox="1"/>
          <p:nvPr/>
        </p:nvSpPr>
        <p:spPr>
          <a:xfrm>
            <a:off x="812800" y="1079500"/>
            <a:ext cx="825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6E6359"/>
                </a:solidFill>
                <a:latin typeface="Arial" panose="020B0604020202020204" pitchFamily="34" charset="0"/>
              </a:rPr>
              <a:t>Keep matching picture frames for a smooth Morph transition</a:t>
            </a:r>
            <a:endParaRPr lang="zh-CN" altLang="en-US" sz="1400">
              <a:solidFill>
                <a:srgbClr val="6E6359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623D9C-5118-4DB9-749D-6920D8F8F507}"/>
              </a:ext>
            </a:extLst>
          </p:cNvPr>
          <p:cNvSpPr txBox="1"/>
          <p:nvPr/>
        </p:nvSpPr>
        <p:spPr>
          <a:xfrm>
            <a:off x="812800" y="60198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6E6359"/>
                </a:solidFill>
                <a:latin typeface="Arial" panose="020B0604020202020204" pitchFamily="34" charset="0"/>
              </a:rPr>
              <a:t>Each image moves clockwise into the next position</a:t>
            </a:r>
            <a:endParaRPr lang="zh-CN" altLang="en-US" sz="1400">
              <a:solidFill>
                <a:srgbClr val="6E6359"/>
              </a:solidFill>
              <a:latin typeface="Arial" panose="020B0604020202020204" pitchFamily="34" charset="0"/>
            </a:endParaRPr>
          </a:p>
        </p:txBody>
      </p:sp>
      <p:sp>
        <p:nvSpPr>
          <p:cNvPr id="8" name="photo-rightMid">
            <a:extLst>
              <a:ext uri="{FF2B5EF4-FFF2-40B4-BE49-F238E27FC236}">
                <a16:creationId xmlns:a16="http://schemas.microsoft.com/office/drawing/2014/main" id="{577E4940-792A-0E72-6BFA-7C280FE2EEBF}"/>
              </a:ext>
            </a:extLst>
          </p:cNvPr>
          <p:cNvSpPr/>
          <p:nvPr/>
        </p:nvSpPr>
        <p:spPr>
          <a:xfrm>
            <a:off x="7429500" y="2857500"/>
            <a:ext cx="3238500" cy="23495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photo-leftSmall">
            <a:extLst>
              <a:ext uri="{FF2B5EF4-FFF2-40B4-BE49-F238E27FC236}">
                <a16:creationId xmlns:a16="http://schemas.microsoft.com/office/drawing/2014/main" id="{2A76B507-E0B7-8CCE-0686-4CDADB3E2C52}"/>
              </a:ext>
            </a:extLst>
          </p:cNvPr>
          <p:cNvSpPr/>
          <p:nvPr/>
        </p:nvSpPr>
        <p:spPr>
          <a:xfrm>
            <a:off x="254000" y="3175000"/>
            <a:ext cx="2286000" cy="18415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hoto-leftMid">
            <a:extLst>
              <a:ext uri="{FF2B5EF4-FFF2-40B4-BE49-F238E27FC236}">
                <a16:creationId xmlns:a16="http://schemas.microsoft.com/office/drawing/2014/main" id="{846AA5C5-17FD-CBAA-8E79-0AB94290B5CE}"/>
              </a:ext>
            </a:extLst>
          </p:cNvPr>
          <p:cNvSpPr/>
          <p:nvPr/>
        </p:nvSpPr>
        <p:spPr>
          <a:xfrm>
            <a:off x="1524000" y="2857500"/>
            <a:ext cx="3238500" cy="23495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hoto-center">
            <a:extLst>
              <a:ext uri="{FF2B5EF4-FFF2-40B4-BE49-F238E27FC236}">
                <a16:creationId xmlns:a16="http://schemas.microsoft.com/office/drawing/2014/main" id="{F8A29F8E-251E-978B-33D6-9EFCC42B1A55}"/>
              </a:ext>
            </a:extLst>
          </p:cNvPr>
          <p:cNvSpPr/>
          <p:nvPr/>
        </p:nvSpPr>
        <p:spPr>
          <a:xfrm>
            <a:off x="3810000" y="2540000"/>
            <a:ext cx="4572000" cy="279400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9304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Microsoft Office PowerPoint</Application>
  <PresentationFormat>自定义</PresentationFormat>
  <Paragraphs>60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dx f</dc:creator>
  <cp:lastModifiedBy>dx f</cp:lastModifiedBy>
  <cp:revision>1</cp:revision>
  <dcterms:created xsi:type="dcterms:W3CDTF">2026-09-14T04:35:53Z</dcterms:created>
  <dcterms:modified xsi:type="dcterms:W3CDTF">2026-09-14T04:35:53Z</dcterms:modified>
</cp:coreProperties>
</file>